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2"/>
    <p:sldId id="258" r:id="rId3"/>
    <p:sldId id="262" r:id="rId4"/>
    <p:sldId id="263" r:id="rId5"/>
    <p:sldId id="265" r:id="rId6"/>
    <p:sldId id="266" r:id="rId7"/>
    <p:sldId id="267" r:id="rId8"/>
    <p:sldId id="276" r:id="rId9"/>
    <p:sldId id="274" r:id="rId10"/>
    <p:sldId id="256" r:id="rId11"/>
    <p:sldId id="257" r:id="rId12"/>
    <p:sldId id="261" r:id="rId13"/>
    <p:sldId id="273" r:id="rId14"/>
    <p:sldId id="279" r:id="rId15"/>
    <p:sldId id="268" r:id="rId16"/>
    <p:sldId id="259" r:id="rId17"/>
    <p:sldId id="272" r:id="rId18"/>
    <p:sldId id="260" r:id="rId19"/>
    <p:sldId id="264" r:id="rId20"/>
    <p:sldId id="270" r:id="rId21"/>
    <p:sldId id="271" r:id="rId22"/>
    <p:sldId id="269" r:id="rId2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260"/>
  </p:normalViewPr>
  <p:slideViewPr>
    <p:cSldViewPr snapToGrid="0">
      <p:cViewPr varScale="1">
        <p:scale>
          <a:sx n="150" d="100"/>
          <a:sy n="150" d="100"/>
        </p:scale>
        <p:origin x="9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0T15:52:14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11871 1658 24575,'-20'0'0,"5"0"0,15 0 0,0-16 0,31-11 0,-2 2 0,5-3 0,-8 5 0,2-2 0,2 2-158,4 4 1,2 1 0,-2-1 157,-6-4 0,-2 0 0,0 2 0,11 1 0,-3 3 0,3-11 0,-13 13 0,-24 15 0,0 15 0,0 28 0,-10-14 0,-6 4 0,2 1 0,6 2 0,1 2 0,-3 0-203,-5-2 0,-3 1 0,0 1 1,2-2 202,2 7 0,2-1 0,1-1 0,-4 5 0,3 0 0,3 4 0,2-2 0,-1-19 0,0-1 0,7 8 0,-2-2 0,-12 3 0,15-13 0,0-24 0,0 0 1283,-24 0-1283,-13 0 0,10 0 0,-1 0 0,1 0 0,1 0 0,-17 0 0,0 0 0,21 0 0,-1 0 0,62 0 0,-16 7 0,3 2 0,6-3 0,4-1 0,0 3 0,-1 5 0,1 3 0,1-2 0,8 0 0,4-2 0,-4-1-1064,4 4 0,-2-2 1064,2-3 0,-6-4 0,-16-6 0,-11 0 0</inkml:trace>
  <inkml:trace contextRef="#ctx0" brushRef="#br0" timeOffset="9914">20126 3493 24575,'45'0'0,"-12"-12"0,1 0 0,-6 9 0,1 0 0,13-9 0,2 1 0,-5 9 0,2 4 0,-7-2 0,2 0 0,-2 0 0,8 0 0,0 0 0,-1 0 0,2 1 0,-1-2 0,-8-4 0,-1-1 0,2 1-616,7 3 1,3 2 0,-1-2 615,-3-3 0,0-1 0,0 1 0,5 4 0,1 2 0,0-1 0,-5 0 0,1 0 0,-1 0 0,0 0 0,-1 0 0,-1 0 0,-3 0 0,-2 0 0,-3 0 298,1 0 0,-1 0-298,16 0 0,2 0 0,-8 0 0,0 0 0,-7 0 0,2 0 0,-1 0 0,12 0 0,0 0 0,-11 0 0,1 0 0,-3 0 0,-3 0 0,-1 0 152,10 2 1,0-4-153,-10-5 0,-3-1 0,13 4 0,-7-5 0,-2 2 945,-10 7-945,-38 0 0,7 0 0,-31 0 0</inkml:trace>
  <inkml:trace contextRef="#ctx0" brushRef="#br0" timeOffset="10865">20426 3193 24575,'-23'22'0,"1"1"0,-11-3 0,-1 3 0,6 14 0,-1 0 0,-6-10 0,0-1 0,8 13 0,1-1 0,-1-15 0,3-3 0,2-1 0,-17-3 0,20 8 0,-1-19 0,4 35 0,-7-36 0,17 11 0,-18-15 0,48 0 0,-3 0 0,9 8 0,7 0 0,0-7 0,5-1 0,-1 3 0,-2 8 0,-1 5 0,2-4-205,6-9 1,2-4 0,-3 5 204,-9 8 0,-2 4 0,-2-5 0,9-8 0,-1-2 0,-7 7 0,-2 0 0,12-8 0,-27 0 0</inkml:trace>
  <inkml:trace contextRef="#ctx0" brushRef="#br0" timeOffset="18698">24201 3193 24575,'0'-20'0,"0"4"0,0 16 0,0 0 0,0 16 0,-24 27 0,20-5 0,2 5 0,-10 2 0,1 2 0,9 1 0,4 0 0,-1-12 0,-2-2 0,-7 1 0,0-1 0,6-6 0,0-1 0,-14 10 0,16-14 0,0-7 0,0-12 0,0 12 0,0-16 0,0-16 0,0-11 0,-1 1 0,2-1 0,6 0 0,2-1 0,3-18 0,3 0 0,3 12 0,2-1 0,1-3 0,3-4 0,-3 5 0,-1 1 0,2 3 0,-2 7 0,3 0 0,0 1 0,3-3 0,1 6 0,8 9 0,1 4 0,-8-4 0,0 2 0,14 10 0,-1 2 0,0-1 0,-7 10 0,-1 4 0,4 8 0,-23 1 0,-1 4 0,4 0 0,-2-1 0,-13 1 0,0 1 0,9 2 0,5 2 0,-4-2 0,-9 4 0,0 1 0,4-2 0,2 2 0,-2-1 0,-6 7 0,-2-2 0,1 1 0,0 1 0,0 2 0,0 0 0,0-10 0,0-1 0,0 0 0,0-4 0,0 0 0,0-13 0,0-15 0,0 0 0,0-15 0,16-13 0,3-9 0,1 10 0,-4 11 0</inkml:trace>
  <inkml:trace contextRef="#ctx0" brushRef="#br0" timeOffset="44265">22490 4815 24575,'0'-19'0,"0"3"0,0 16 0,0 0 0,39 0 0,10 0 0,-10 0 0,2 0 0,2 0 0,0 0 0,-3 0 0,1 0 0,-3 0 0,3 0 0,-1 0 0,-2 0 0,-2 0 0,2 0-345,3 0 1,0 0 0,0 0 344,-1 0 0,-1 0 0,2 0 0,7 0 0,3 0 0,-3 0 0,-8 0 0,-1 0 0,0 0 0,1 0 0,0 0 0,-1 0 0,11 0 0,-2 0 0,-6 0 0,0 0 0,-7 0 0,1 0 0,1 0 0,3 0 0,1 0 0,-2 0 0,4 0 0,-2 0 0,3 0 0,-2 0 0,-14 2 0,-3-4 0,5-7 0,-9-5 0,-23-8 0,20-5 0,-42 11 0</inkml:trace>
  <inkml:trace contextRef="#ctx0" brushRef="#br0" timeOffset="44956">22578 4604 24575,'19'23'0,"-3"-17"0,-16 18 0,0-9 0,-31 5 0,16 0 0,-2 3 0,-15 3 0,-4 1 0,0 8 0,1 1 0,6-8 0,1 0 0,5 7 0,3-3 0,5-10 0,15 17 0,31-35 0,8 5 0,11 3 0,2-2-274,-10-7 1,2-3 0,1 0 0,-2 1 0,-1 2 0,-1 2 0,-1 0 0,-2-2 0,-1-3 0,-1 0 0,1 0 0</inkml:trace>
  <inkml:trace contextRef="#ctx0" brushRef="#br0" timeOffset="51699">25030 4480 24575,'-15'30'0,"0"-1"0,1 8 0,-1 4 0,5 1 0,7-4 0,3 1 0,-1 1-417,-2-1 1,-2 2-1,0 1 1,2-1 416,3 0 0,1 1 0,-1-1 0,-1-2 0,-3 1 0,-2-2 0,1 1 0,3 7 0,2 1 0,-2-5 0,-7-3 0,2-7 540,7 5-540,0-13 275,0-64-275,-1 10 0,2-4 0,6-11 0,2-2-233,-4 8 0,1-1 0,2-1 233,4 5 0,3-1 0,1 0 0,0 0-428,5-7 0,0 0 1,2-1 427,-2 4 0,1-1 0,0 0 0,1 4 0,4-1 0,0 4 0,-1 1 0,-2 7 0,0 0 0,-1 1 0,-1-3 0,1-1 0,1 7 0,11 9 0,0 2 0,-6-10 0,-1 5 0,6 22 0,-1 14 0,-13 8 0,-4 9 0,1 1 0,2-1 0,0 3 0,-3 3-348,-6-5 1,-1 4 0,-3 2 0,1 0 0,-1-1 347,0-1 0,-1 0 0,0 0 0,-1-1 0,-1 1 0,-1 7 0,-2 0 0,-1-1 0,0 2 0,1-7 0,0 2 0,0-1 0,0-2 0,0-5 890,0 11 1,0-4-891,0 15 0,0-22 0,0-48 0,16-15 0,-12 1 0,11-13 0</inkml:trace>
  <inkml:trace contextRef="#ctx0" brushRef="#br0" timeOffset="77105">17092 3986 24575,'-20'0'0,"5"-15"0,-1 11 0,12-12 0,-35 16 0,2 0 0,5 0 0,-3 0 0,0 0 0,9 0 0,-12-11 0,-6-1 0,3 9 0,2 0 0,13-9 0,-1 0 0,-22 3 0,4 3 0,19 2 0,-2-8 0,-8-4 0,2 4 0,1 9 0,-2 1 0,-3-5 0,-4-2 0,2 1 0,-7-1 0,2 2 0,-3 5 0,0 0 0,4-6 0,2 1 0,9 7 0,1 0 0,-7-8 0,2 0 0,9 6 0,1 0 0,-7-6 0,-1 0 0,1 9 0,-2-2 0,-13-10 0,2-1 0,12 9 0,1 0 0,2-4 0,-2-3 0,2 4 0,-1 4 0,1 4 0,-1-1 0,2-2 0,-13-15 0,16 14 0,2 0 0,0-14 0,-5 14 0,-5 4 0,-3-2 0,2 0 0,0 0 0,2 0 0,-6 0 0,7 0 0,5 0 0,-19 0 0,-2 0 0,9 0 0,-1 8 0,1 0 0,0-4 0,0 14 0,0 3 0,0 1 0,-1-3 0,1 5 0,20 6 0,1-1 0,-14-17 0,1 1 0,15 26 0,-1 0 0,-14-25 0,0-2 0,12 20 0,0 3 0,-8-16 0,0-1 0,6 3 0,3 1 0,1-1 0,0 1 0,-2 4 0,-1 1 0,0 0 0,1 1 0,3-2 0,-1 1 0,-8 6 0,3 0 0,2 8 0,1-12 0,3 1 0,16-1 0,0 1 0,-13 2 0,-1 1 0,13 10 0,2 2 0,-7-5 0,0 0 0,7 3 0,2 1 0,-1-5 0,0 2 0,0-7 0,-1 2 0,2-2 0,6 8 0,2 0 0,-4-8 0,1 1 0,3-2 0,10 7 0,5 0 0,-5-6 0,2 1 0,-1 0 0,-3-3 0,-2-2 0,2 0 0,12 11 0,1-1 0,-11-12 0,1 0 0,0-2 0,11 3 0,3-1 0,-8 0 0,1 2 0,0-2-226,9 1 0,-1-1 226,-1 6 0,0-1 0,0-14 0,3-1 0,-6-1 0,1 0 0,1 0 0,12 2 0,2-1 0,-13-3 0,2 0 0,-2-2 0,6-3 0,0 0 0,-6 3 0,0 2 0,0-4 0,8-7 0,0-2 0,-2 5 0,2 3 0,-4-4 0,-4-5 0,0-2 0,6 1 0,3 0 0,-4 0 0,-8 0 0,1 0 0,3 0 0,4 0 0,-4 0 0,-6 0 0,-1 0 0,21 0 0,0 0 0,-23 1 0,1-2 0,14-5 0,6-4 0,-4 3 0,-2 4 0,-1 0 0,3-9 0,4-4 0,-2 5 0,1 8 0,0 2 0,-7-8 0,2-2 0,-1-1 0,-4 3 0,0 0 0,0 0 0,-3 2 0,0 1 0,0-3 0,2-4 0,-1-2 0,-1 4 0,7 9 0,1 0 0,-7-9 0,2-5 0,-2 4 0,0 9 0,0 0 0,-1-9 0,2-4 0,-5 5 0,11 7 0,-10-5 0,4-4 0,-3 4 0,-5 7 0,-1 0 0,4-9 0,3-4 0,-4 2 0,-1 2 0,-1 0 0,7-2 0,1-1 0,0-2 0,0 0 0,-2 2 0,-1 1 226,0 3 0,-3-2-226,-8-7 0,1-1 0,6 10 0,3 0 0,1-11 0,0-1 0,1 11 0,-1 1 0,-2-11 0,-1 3 0,14 14 0,-6-28 0,-14 18 0,-3 1 0,0-9 0,-1 3 0,1-1 0,2 1 0,5-1 0,-9 1 0,-4-1 0,-11-2 0,4-1 0,2-5 0,4-10 0,-2 0 0,-8 12 0,0-1 0,4-5 0,3-2 0,-4 2 0,-5 3 0,-2 1 0,1-14 0,0-2 0,0 3 0,0 1 0,0 7 0,0 2 0,0 1 0,0 1 0,1 0 0,-2-1 0,-9-2 0,-3-1 0,3 1 0,-2 0 0,-8-2 0,-3 1 0,1 6 0,1 1 0,2-1 0,0-1 0,-1-6 0,-3 0 0,-6 6 0,0 1 0,8 0 0,0 1 0,-12 4 0,0 1 0,14 0 0,1-1 0,-23-4 0,-1-1 0,20-1 0,-1 1 0,-7 7 0,-5 3 0,2 1 0,1 2 0,-1 1 0,-10-9 0,-2 4 0,13 15 0,0 1 0,-11-9 0,3-2 0,-1-3 0,-2 12 0,27-11 0,16 15 0</inkml:trace>
  <inkml:trace contextRef="#ctx0" brushRef="#br0" timeOffset="110583">7920 9384 24575,'29'0'0,"-2"-9"0,1-6 0,-5-2 0,1-3 0,1-2 0,2-3 0,2 2-1093,1 3 1,1 3 0,-4-3-295,-2-15 0,-1 3 1387,6 21 0,-5 1 1786,-21-14-1786,11 48 0,-13 3 0,-4 6 0,-1 4 0,-3 4 0,0 5-285,-1-5 0,-2 4 1,0 2-1,-1 0 1,1-2 284,1-4 0,1-1 0,-1 0 0,0 0 0,-2 1 0,-2 7 0,-3 1 0,0 1 0,2-2 0,2-4 0,2 5 0,3-4 0,-1-4 0,-6 3 0,3-7 0,10 2 2831,23-78-2831,-12 15 0,0-1 0,3 0 0,-1 1 0,3-15 0</inkml:trace>
  <inkml:trace contextRef="#ctx0" brushRef="#br0" timeOffset="110832">7973 9843 24575,'0'0'0</inkml:trace>
  <inkml:trace contextRef="#ctx0" brushRef="#br0" timeOffset="111499">8837 9754 24575,'45'0'0,"-13"0"0,3 0 0,4 0 0,2 0 0,-7 0 0,2 0 0,2 0 0,9 0 0,1 0 0,-4 0 0,-6 0 0,-3 0 0,35 0 0,-70 0 0,0 0 0</inkml:trace>
  <inkml:trace contextRef="#ctx0" brushRef="#br0" timeOffset="111716">9049 9543 24091,'0'47'0,"0"0"0,0 1 0,0-1 0,0 1 0,1 2 0,1 2 0,1 0 0,1-4 0,1-5 0,3-3 0,2-6 0,0 2-547,1 8 1,1 0 0,2-11 0,14-11 0,-13 1 0</inkml:trace>
  <inkml:trace contextRef="#ctx0" brushRef="#br0" timeOffset="112349">10001 9596 24575,'28'-35'0,"-1"1"0,-3 8 0,5 3 0,11 1 0,8 1 0,-1 5 0,-8 6 0,-2 3 0,-1 5 0,11 3 0,-10 13 0,-20 13 0,-9 10 0,-9 1 0,-12-6 0,-9 1 0,-5 0 0,3 2-656,3 1 1,0 2-1,0 0 1,0 0 0,-1-3 540,-5 1 1,-2-3 0,1 0 0,4 0 114,0 5 0,3 0 0,7-2-75,10 0 0,8-2 75,2-6 0,8-3 0,21 4 0,12-7 0,-11-11 0,3-5 0,4-1 0,3-3 0,5-2 0,0-1 0,-5 0 0,-6 0 0,-3-1 0,-1-1 0,1-5 0,-1 0 0,1 0 0</inkml:trace>
  <inkml:trace contextRef="#ctx0" brushRef="#br0" timeOffset="112765">11324 9878 24575,'49'-4'0,"0"0"0,0 0 0,0 0 0,-1 3 0,0 1 0,-2-1 0,-4-1 0,-3-2 0,-3-1 0,1-1-469,9-2 1,1-1 0,-11 2 0,-6 1 0,-3-6 0,1 1 0</inkml:trace>
  <inkml:trace contextRef="#ctx0" brushRef="#br0" timeOffset="112966">11712 9543 24575,'0'48'0,"0"0"0,0 0 0,0 0 0,0 1 0,2-6 0,-1 0 0,1-2 0,2-1 0,3-5 0,6 1 0,2-4 0,0-4 0,-3-3 0,1-3 0,7-7 0,0 1 0</inkml:trace>
  <inkml:trace contextRef="#ctx0" brushRef="#br0" timeOffset="113632">12735 9596 24575,'-39'0'0,"23"-24"0,39 13 0,13 0 0,-5-5 0,2-3 0,3 4 0,8 3 0,3 5 0,-3 4 0,-7 4 0,-2 4 0,-5 5 0,1 10 0,-11 9 0,-17 7 0,-9 7 0,-3-3 0,-2 1 0,1-1 0,8-5 0,2 2 0,2-2 0,0 1 0,2-1 0,10 4 0,-5 2 0,-15-6 0,-8 0 0,-5-1 0,-7-1 0,-5-2 0,0-3 0,-5 11 0,-3-13 0,6-27 0,-4-10 0,9-1 0,9-3 0,11-17 0,0 1 0</inkml:trace>
  <inkml:trace contextRef="#ctx0" brushRef="#br0" timeOffset="114065">14146 9754 24112,'45'0'0,"-1"0"0,0 0 0,1 0 0,-1 0 0,1 1 0,0 0 0,1-1 0,-3 0 0,-5-2 0,3-2 0,-4-3 0,-3 3 0,9 2 0,-6 0 0,3-14 0</inkml:trace>
  <inkml:trace contextRef="#ctx0" brushRef="#br0" timeOffset="114281">14323 9419 24575,'0'47'0,"0"0"0,0 0 0,0 0 0,2-4 0,2-1 0,1 0 0,-1-2 0,1 8 0,1 0 0,3-5 0,4-11 0,3-2 0,-2 0 0,-3 19 0,0-6 0,12-11 0,-23-1 0,0-31 0</inkml:trace>
  <inkml:trace contextRef="#ctx0" brushRef="#br0" timeOffset="115149">15734 9172 23318,'-26'35'0,"0"0"0,0 0 0,0 0 0,0 0 0,0 0 0,0 0 0,-5 11 0,-1 1 0,2-1 0,9-4 0,13-9 0,16-5 0,12-7 0,16-3 0,14-5 0,-1-5 0,-9-6 0,0-5 0,1 4 0,-4 4 0,2 2 0,-1 1 0,-5 3 0,11 9 0,-11 7 0,-15 19 0,-9 4 0,1-2 0,-4-3 309,-5-11 0,-2-4-309,1 9 0,0-39 0,0 0 0</inkml:trace>
  <inkml:trace contextRef="#ctx0" brushRef="#br0" timeOffset="115599">16845 10089 24575,'0'0'0</inkml:trace>
  <inkml:trace contextRef="#ctx0" brushRef="#br0" timeOffset="115782">17674 10001 24575,'0'0'0</inkml:trace>
  <inkml:trace contextRef="#ctx0" brushRef="#br0" timeOffset="115932">18344 10037 24575,'40'0'0,"-1"0"0,0 0 0,0 0 0,3 0 0,0 0 0,0 0 0</inkml:trace>
  <inkml:trace contextRef="#ctx0" brushRef="#br0" timeOffset="116633">16475 9596 24575,'36'0'0,"0"0"0,0 0 0,3 0 0,1 0 0,0 0 0,-3 0 0,0 0 0,-3 0-355,2 0 0,-4 0 0,23 0 0,-55 0 0</inkml:trace>
  <inkml:trace contextRef="#ctx0" brushRef="#br0" timeOffset="116816">16563 9331 20162,'9'42'0,"-1"1"0,1-1 0,-1 0 0,1 1 0,4 6 0,1 0 0,-1-3 0,0-2 0,-2-4 0,-1-3 0,0-2 0,6 0 0,0 0 0</inkml:trace>
  <inkml:trace contextRef="#ctx0" brushRef="#br0" timeOffset="117863">19720 9507 22142,'43'4'0,"1"0"0,-1 0 0,0 0 0,0 0 0,8 1 0,1-1 0,-4 0 0,-9-1 0,10-3 0,-10 0 0</inkml:trace>
  <inkml:trace contextRef="#ctx0" brushRef="#br0" timeOffset="118083">19756 9260 24536,'-4'47'0,"0"0"0,0 1 0,0-1 0,0 0 0,0-5 0,-2 1 0,1-2 0,3-2 0,3-4 0,14 14 0,2-6 0,-15-11 0,3-9 0,27-23 0</inkml:trace>
  <inkml:trace contextRef="#ctx0" brushRef="#br0" timeOffset="118864">21008 9454 24575,'0'46'0,"4"-14"0,3 5 0,-2-1 0,-3 9 0,0 1 0,2-6 0,3 3 0,-3-3 0,-3 6 0,-2-6 0,1-3 0,16-52 0,4-20 0,3-11 0,-6 15 0,3-3 0,0-1 0,3 0-439,5-1 1,3-1 0,1 1 0,1 0 438,-4 5 0,1 0 0,1 0 0,0 2 0,-1 4 0,5-3 0,-1 4 0,3 8 0,5 7 0,2 8 0,-9 11 42,-11 18 1,-7 12-43,0-4 0,2 6 0,-2 1 0,-3-1 0,-5 3 0,-5-1 0,4 0-456,5-6 1,3 0 0,-1-1 0,-4-3 455,-7 9 0,0-6 0,13-13 0,-2-4 0,-15-5 0</inkml:trace>
  <inkml:trace contextRef="#ctx0" brushRef="#br0" timeOffset="191499">19632 17392 23653,'-47'-10'0,"-1"0"0,1 1 0,-1-1 0,1 0 0,1-1 0,0-2 0,0 0 0,3 3 0,2 2-1093,-4 5 1,4 3 0,0-1 759,0-3 0,0-1 1,4-2 332,-3-4 0,-1-1 0,-3 4 0,-4 2 0,-1-2-161,13 2 0,1-2 0,-2 1 0,-4 1 161,-1 2 0,-5 0 0,-3 1 0,0 1 0,2 1 0,3-1 0,-4 1 0,3 0 0,1 1 0,-5 2 0,8 1 0,-3 1 0,-2 1 0,-1 1 0,2 1 0,2 0 0,4 0 0,-3 4 0,5 2 0,1-1 0,-4 1 0,-2-1 0,-4 0 0,-1 0 0,1 1 0,3 3 0,6 1 0,2 3 0,1 0 0,1 1 0,1-1 0,-4 0 0,1 0 0,2 0 0,2 4 0,0 7 0,3 4 0,2 1 0,3 2 0,3-2 0,3 1 0,3 1 0,2 1 0,4 5 0,4 2 0,2 1 0,-1 1 0,-1-7 0,-1 2 0,1 0 0,0-1 0,2 0 0,1 7 0,0-1 0,3-1 0,2 1 0,2-6 0,2 0 0,1 0 0,2-1 0,-1-2 0,-2 1 0,-3-3 0,7-1 0,16-4 0,-9-20 0,4-1 0,4-1 0,4-1 0,5 0 0,2 0 0,4-2 0,4 0 0,2 0 0,3-1 0,2 0 0,2 0 0,2-2 0,2 1 0,2-1 0,0 0 0,2 0 0,0-1 0,0 0 0,1 0 0,0 0 0,-1-1 0,0 0 0,-1 1 0,0-1 0,-2 0 0,-2 0 0,-1 0 0,-2 0 0,-3 0 0,-2 0 0,-2 0 0,-4 1 0,-2-1 0,-4 1-298,20 1 0,-6 1 0,-5-2 0,-3 0 0,-2 0 0,-1 0 0,1 0 0,2-1 1,4 0-1,4 1 0,6-1 277,-20 0 1,3 0-1,2 0 1,4 1-1,2 0 1,3 0 0,1 0-1,3 1 1,1 0-1,1-1 1,2 1-1,1 0 1,0 0 0,1-1-1,1 1 1,-1-1-1,0 0 1,0 0 0,-1 0-1,0-1 1,-2 0-1,0-1 1,-3 0-1,-1 0 1,-2-1 0,-2-1-1,-2 0 1,-4-1-1,-2 0 1,-3-1-1,-3-1 1,-4-1 0,-3 0-1,-5-2 1,-3 0-867,24-23 1,-18-5-1,-7-2 887,-6 2 0,-6-2 0,1 1-149,3 2 0,-1 1 0,-3-2 149,-4-7 0,-5-1 0,-2 3 0,-2-3 0,-5 1 0,-2 3 0,-3-2 0,-1 2 0,-1 6 0,-1 3 0,-4 1 0,-11-5 0,-5 1 0,-1 4-646,1 3 1,-1 4 0,-2-1 645,5 3 0,-2 0 0,0 1 0,0 2 0,2 3 0,1 2 0,-1 1 0,0-1 209,-5-3 0,0 0 0,-1 0 0,3 1-209,-5-1 0,2 1 0,-2 0 0,5 1 0,-2 1 0,-1-2 0,2 0 0,1-3 0,-1-2 0,3 1 0,2 1 0,-12-4 0,4 1 0,4 0 0,-1 1 0</inkml:trace>
  <inkml:trace contextRef="#ctx0" brushRef="#br0" timeOffset="195732">1076 11659 24575,'-10'-24'0,"0"-1"0,1-6 0,3 7 0,6 21 0,0-13 0,0 16 0,-24 16 0,18 27 0,-1-4 0,-2 8 0,2 2 0,5-11 0,2 2 0,1 0 0,0 3-428,-1 0 1,1 3 0,-1 1-1,0 0 1,-1-3 427,-2 1 0,-2-1 0,1-1 0,0-3 0,3 5 0,1-3 0,-3-5 0,-5-4 0,1-7 0,7-11 0,-1-40 0,2-20 0,5 0 0,3-6-432,-2 13 1,0-6 0,2-2 0,0 0 0,2 4 431,3-1 0,2 2 0,1 1 0,1 0 0,2-6 0,2-1 0,1 2 0,0 4 0,3 2 0,0 4 0,3 5-18,13 1 0,2 9 18,-4 8 0,0 9 0,-7 9 0,-1 9 0,-4 7 0,1 7 0,-4 3-68,-4 1 1,-4 3-1,2 2 68,2-1 0,3 2 0,-2 2 0,-3 3 0,-8-6 0,-3 3 0,-2 2 0,-1 1 0,0-2 0,1-1 0,3 0 0,0 0 0,0-2 0,-2 1 0,-1 1 0,-4 4 0,-1 3 0,-2-1 0,-1-2 0,2-7 0,-4 18 0,8-20-931,19-36 931,-9-25 0,-2-17 0,-1 2 0,5 0 0,0 1 0,-1-8 0,1 0 0</inkml:trace>
  <inkml:trace contextRef="#ctx0" brushRef="#br0" timeOffset="196730">3034 10866 24575,'-24'9'0,"-5"14"0,-2 13 0,13-6 0,1 8 0,-1 4 0,0 3 0,0 0 0,-1-2-469,0-4 1,-2-1 0,1 0 0,-2 1 0,1 1 0,1 1 0,0 2 103,2 0 1,0 3 0,1 1 0,-1 1 0,1 1 0,1 0 0,0-1 0,0-1 0,1-2-105,-2 2 1,1-1 0,1-1 0,0 0 0,0-1 0,3 2 0,0 0 406,2-1 0,1 2 0,0 0 1,2 1-1,0 0 0,2-3 1,2-1-1,2-3 62,2 4 0,2-2 0,2-3 0,3-2 0,2 0 229,5 4 0,2-1 0,4-4 1,7-6-230,13-9 0,9-9 0,1-3 0,-7 1 0,1 9 0,-2-6 0,2-22 0,-1 0 0,0 0 0</inkml:trace>
  <inkml:trace contextRef="#ctx0" brushRef="#br0" timeOffset="197280">3651 11783 24575,'0'46'0,"0"0"0,0 0 0,0 0 0,1 2 0,-1 1 0,0 0 0,-1-1 0,-2 0 0,-1 0 0,-1 0 0,2-4 0,1 2 0,2-2 0,-2-4 0,-8 12 0,4-22 0,22-69 0,0 3 0,4-7 0,2-2 0,-2 6 0,0-1 0,2-1 0,1 0-302,2-1 0,1 0 0,2 1 0,1 6 302,5 1 0,2 5 0,-3 6 0,0 0 0,-1 14-196,-3 23 0,1 13 0,-7 3 196,-7 3 0,-6 6 0,1-2 0,0 4 0,-1 3 0,-3-3 0,-5 3 0,-3-1 0,0-1 0,0-4 0,0-1 0,3-4 0,5 4 0,2-15 0,-5-22 0,11-4 0,-15-12 0</inkml:trace>
  <inkml:trace contextRef="#ctx0" brushRef="#br0" timeOffset="197547">4815 12241 24575,'47'0'0,"0"0"0,1 0 0,-1 0 0,-4 0 0,-1 0 0,-1 0 0,-1 0 0,3 1 0,-2 0 0,-1-3 0,-3-1 0,-2-2 0,-3-2 0,-6-6 0,-4-2 0,18-6 0,-40-3 0</inkml:trace>
  <inkml:trace contextRef="#ctx0" brushRef="#br0" timeOffset="197764">5186 11906 23037,'16'40'0,"0"-1"0,1 1 0,-1-1 0,0 1 0,1-1 0,3 4 0,2-1 0,-1-1 0,-3-1 0,-5 0 0,-8 3 0,-5 0 0,-2-2 0,3-5 0,7 3 0,0-4 0,-8 5 0,0-1 0</inkml:trace>
  <inkml:trace contextRef="#ctx0" brushRef="#br0" timeOffset="198314">6509 11624 24575,'0'37'0,"0"1"0,0-4 0,0 2 0,0 1 0,-1 5 0,1 0 0,1 4-656,2-8 1,2 3-1,1 1 1,-1-1 0,-1-1 294,-2-1 0,-1-1 0,0-1 1,1 1 360,3 5 0,2 0 0,0-1 0,-2-3-318,-4 13 1,-2-8 317,1-1 1190,0-27-1190,0-32 0,0 12 0,0-11 0</inkml:trace>
  <inkml:trace contextRef="#ctx0" brushRef="#br0" timeOffset="198747">6897 10866 24575,'36'30'0,"1"0"0,-1 0 0,0 1 0,1-1 0,-1 0 0,1 0 0,-6 1 0,0 0 0,-1 1 0,0 0 0,-3 1 0,-1 0 0,-2 3 0,2 6 0,-3 1 0,-2 2 0,-3 1 0,-1 1 0,-2 0-547,-2 1 1,-4 0 0,-1 0 0,-2 2 0,0 0 0,-1 2 231,-1-8 0,0 2 1,0 0-1,-1 2 0,-1-1 1,-1-1-1,-2 0 0,0-3-103,-3 8-1,-2-2 1,-1-1 0,-1-1 0,-1 0 0,0 0 418,0-2 0,-1 1 0,0-1 0,-1-1 0,-1-3 0,-1-4 0,-7 11 0,-1-6 0,-3-8 253,-6-8 1,2-9-1,8-5 1,4-28-1</inkml:trace>
  <inkml:trace contextRef="#ctx0" brushRef="#br0" timeOffset="199780">794 13688 24575,'41'11'0,"1"1"0,-1-1 0,1 1 0,-1-1 0,1 0 0,-3-1 0,2 0 0,1 0 0,1-1 0,1 1 0,2 0 0,0 0 0,2 0 0,1 0-253,-6-2 1,1 1 0,1-1 0,2 1 0,0 0 0,1-1 0,1 1 0,0-1 0,1 0 0,0 1 0,0-2 0,0 1 0,1-1 47,-6 0 0,0-1 0,0 0 0,1 0 1,0 0-1,0 0 0,1-1 0,-1 0 0,2 1 1,-1-1-1,1 0 0,1-1 0,0 1 0,1-1 1,0 1-1,1-1 48,-4-1 1,0 0 0,1 0 0,1 0 0,0 0 0,1 0 0,0 0 0,1-1 0,0 0 0,1 1 0,-1-1 0,1 0 0,-1-1 0,0 1 0,1-1 0,-1 1 0,-1-1 0,0 0 0,0 0 0,-1 0 0,-1 0-27,3-1 1,-1 1 0,0-1 0,-1 0 0,0 0 0,0-1 0,0 1 0,-1-1 0,1 0 0,-1 0 0,0 1 0,1-2 0,-1 1 0,1 0 0,0 0 0,0 0 0,1-1 0,0 1 119,-2 0 1,0-1 0,1 1-1,1-1 1,-1 0 0,2 1-1,-1-1 1,0 0 0,0 0-1,1 0 1,-1 0 0,0-1-1,-1 1 1,1 0 0,-2 0-1,1 0 1,-2 0 0,0 0-1,-1 1 1,0-1 62,4 0 0,0 0 0,-1 0 0,-1-1 0,0 1 0,-1 0 0,0 0 0,0 0 0,-1 0 0,-1 0 0,1 0 0,-1 1 0,-1 0 0,1-1 0,-1 1-112,6 0 1,-1 1 0,0-1 0,-1 0-1,0 1 1,-1 0 0,0 0 0,0 0-1,-1 1 1,-1-1 0,1 1 0,-1 0 111,3 1 0,0 0 0,-1 0 0,0 1 0,-1-1 0,0 1 0,-1 1 0,-1-1 0,0 0 0,-1 1 0,4 0 0,-1 0 0,-1 0 0,0 1 0,-2-1 0,0 1 0,-1 1 0,-2-1 0,4 2 0,-1 0 0,-1 1 0,-1 0 0,-2-1 0,-1-1 372,7 0 1,-1-1 0,-3-1 0,-4 1-373,7 5 0,-8-5 3111,3-20-3111,-58-13 0,-17-3 0,10 8 0,-1 1 0,-5-10 0,0 5 0,-7 11 0</inkml:trace>
  <inkml:trace contextRef="#ctx0" brushRef="#br0" timeOffset="200364">3651 14940 24575,'37'0'0,"1"0"0,-1 2 0,4 2 0,4 6 0,-7 3 0,4 5 0,2 2 0,-1 3 0,-2 1 0,-6-1-820,0 3 1,-4 1 0,-3 2 0,-2 5 518,-1 6 1,1 7 0,-4 2 0,-8 0 0,-11-5 300,-18 0 0,-15-3 0,-5-2 0,3 2-134,5 1 0,1 2 0,-1-2 0,1-4 134,-8 1 0,0-3 0,20-3 74,28-4 0,16-2 0,4-6-74,7-7 0,4-7 0,3-1 0,-7 0 0,3-1 0,1-2 0,1-1-656,-1-2 1,1-1-1,2-2 1,0-2 0,-2-2 551,2-3 0,0-4 1,-1-2-1,-1 2 0,-3 2 1,-4 3-1,-3 2 1,0 1-1,0-4 0,1-6 1,0 1-1,0-1 0,1 0 1</inkml:trace>
  <inkml:trace contextRef="#ctx0" brushRef="#br0" timeOffset="203140">10037 5609 18250,'-42'0'0,"0"0"0,1 0 0,-1 0 0,1 0 0,-3 0 0,-1 0 0,0 0 0,1 0 0,0 0 0,-3 0 0,1 0 0,0 0 0,-3 0-656,4 0 1,-1-1-1,-1 0 1,-4 1 0,-3 2 595,13 1 1,-4 1 0,-1 1 0,-3 1 0,0 0 0,-2 1 0,1-1 0,0 1 0,1-1 0,1-1-244,-1 0 1,1 0 0,1-1 0,-1 0 0,1 1 0,0-1 0,-1 1 0,-1 1 0,-1 1 302,6 0 0,0 0 0,-2 0 0,0 2 0,-1-1 0,1 1 0,-1 0 0,1 0 0,0 0 0,2 1 0,1-1 0,1 0 0,-9 2 0,0 0 0,2 0 0,1 0 0,1 0 0,2 2 0,0 0 0,3 2 1,-6 4 1,3 2-1,2 0 1,1 2-1,1 0 1,1 1-2,3-1 0,2 0 0,0 0 0,1 2 0,2 0 0,1 1-15,-2 5 0,3 1 1,0 1-1,3 2 0,0 1 15,4-1 0,1 2 0,1 2 0,2-1 0,1-1 0,2-2 0,-1 2 0,3-3 0,2 0 0,2 5 0,1-1 0,0 6 0,2 2 0,4-1 0,5-2 0,8-7 0,12-2 0,8-5 0,7-4 0,4-1 0,3 2-105,-10-7 0,3 1 0,1-1 1,3 1-1,2-1 0,2 0 1,1-1-1,3-1 0,0-1 1,3-1 104,-12-5 0,2-1 0,1 0 0,2-1 0,1-1 0,2 0 0,0 0 0,1-1 0,1-1 0,0 0 0,1 0 0,0 0 0,0-1 0,0 1 0,-1-1 0,0 0 0,0 0 0,-1 0 0,0 0 0,0-1 0,-1 1 0,1-1 0,0 0 0,-1-1 0,1 1 0,0-1 0,0 0 0,0 0 0,0 0 0,1-1 0,-1 0 0,1 1 0,1-1 0,-1 0 0,1-1 0,1 1 0,-6-1 0,1 1 0,1-1 0,0 0 0,0-1 0,1 1 0,0 0 0,1-1 0,-1 0 0,1 1 0,-1-1 0,1 0 0,-1-1 0,0 1 0,0 0 0,0-1 0,-1 0 0,0 1 0,-1-1 0,0 0 0,-1 0 0,-1-1-55,5 1 1,0-1-1,-1 0 1,-1 0 0,1 1-1,-2-2 1,1 1-1,-1 0 1,-1-1 0,1 0-1,-1 0 1,0 0-1,0 0 1,0-1 0,-1 0-1,1-1 1,-1 1 54,4-2 0,0 0 0,-1 0 0,0 0 0,-1-1 0,1 0 0,-1-1 0,0 1 0,0-1 0,0 0 0,-1 0 0,1 0 0,0-1 0,-1 1 0,1-1-103,3 0 1,0 0-1,0-1 1,1 1-1,0-1 1,0 1-1,-1-2 1,0 1-1,-1 0 1,-1-1 0,0-1-1,-3 0 1,0 0-1,-3-1 103,8-3 0,-2 0 0,-1-1 0,-2-1 0,-1 0 0,-2-1 0,0-1 0,-1-1 0,0-1 73,3-3 0,1-1 0,-1 0 1,-1-2-1,-2-1 0,-4-2 1,-5 0-1,-7-2-73,-3-4 0,-4-2 0,-5-2 0,-5 0 0,-6-1 0,-6 1 0,-5 3 0,-6-1 0,-6 0 0,-3-1 0,-4 1 0,-1 1 0,-2 1 0,0 3 0,-1 2 0,-2 1 0,-2 1 0,-1 2 0,-3 1 0,-1 2 0,-3 0 0,-2 2 0,7 5 0,-3 0 0,-3 0 0,-1 2 0,-1 0 0,-1 1 0,-1 1 0,0 2 0,0 1 0,0 1 0,1 2 0,1 2 0,-1 1 0,1 3 0,-1 2 0,1 1 0,0 2 0,-1 1 0,1 0 0,0 1 0,0 1 0,0-1 0,1 0 0,-1 0 0,-1 1 0,0 0 0,-1 1 0,0 0 0,2 0 0,0 1 0,2 0 0,2 0 0,2 1 0,3 0 0,-15 5 0,5 0 0,4 2 0,1-1 0,1 0 0,1-1 0,0 1 0,0 0 0,0-1 0</inkml:trace>
  <inkml:trace contextRef="#ctx0" brushRef="#br0" timeOffset="204781">7726 9331 18019,'-43'-17'0,"1"-1"0,-1 1 0,0-1 0,1 1 0,-1 0 0,0-1 0,1 1 0,-2 0 0,1 0 0,1 0 0,-1 1 0,-1 0 0,-1 1 0,-4 1-298,9 3 0,-2 1 0,-1 0 0,-2 0 0,0 1 0,-1 0 0,-1 1 0,-1 0 1,1 1-1,-1 0 0,-1 0 62,4 1 1,-1 1 0,-2 0 0,1 1 0,-1 0 0,-1 0 0,1 0-1,-1 2 1,0-1 0,1 1 0,-1 0 0,1 1 0,1 0 117,-2 1 0,1 0 1,0 1-1,0 1 1,0 0-1,1 0 1,-1 0-1,0 1 1,0 0-1,-1 0 1,0 0-1,-1-1 118,3 1 0,-1-1 0,-1 0 0,-1 0 0,0 0 0,0 0 0,0 0 0,0 1 0,0-1 0,1 2 0,1-1 0,0 1 0,1 1 0,1 1-55,-4 1 0,1 0 0,1 2 0,1 0 1,0 1-1,1 0 0,0 0 0,0 0 0,0 0 1,0 0-1,0 0 55,0-2 0,1 1 0,0-1 0,1 1 0,0-1 0,-1 0 0,0 1 0,0 0 0,-1 1 0,-1 0 0,-1 2-105,3-1 0,-1 0 0,-1 2 0,-1 0 0,0 0 0,-1 1 0,0 0 0,0 0 0,1 0 0,-1 1 0,1-1 0,0-1 0,1 1 0,1-1 105,-2 0 0,1 0 0,1-1 0,0 1 0,0-1 0,0 1 0,1-1 0,-1 1 0,1-1 0,-1 2 0,0-1 0,-1 2-1,0-1 0,0 1 0,-1 1 1,0 0-1,-1 0 0,1 0 1,-1 1-1,1 0 0,1-1 0,0 0 1,2 0-1,1-1 0,1 0 1,-5 2 0,1-1 0,0-1 0,2 0 0,1 0 0,1 0 0,1 1 0,1 1 0,0 0 154,-3 4 0,2 1 0,1 0 1,0 1-1,2 1 0,0 1 0,-1 1-154,4-1 0,0 1 0,0 1 0,0 1 0,1 1 0,0 0 0,2 1 0,2-1 0,-1 4 0,2 0 0,2 0 0,1 2 0,-1 0 0,0 1 0,-1 1 92,2-4 0,-1 2 0,-1 0 1,0 1-1,0 0 0,0 1 1,2 1-1,1 1 0,1 1-92,2 1 0,0-1 0,2 0 0,0 1 0,2 1 0,0 3 0,2 3 0,0 4 0,1 4 0,7-20 0,0 3 0,1 2 0,1 2 0,0 3 0,0 1 0,0 1 0,1 2 0,0 2 0,1 0 0,0 1 0,0 1 0,0 0 0,0 0 0,1 0 0,0 0 0,0 0 0,0-1 0,0-1 0,0-1 0,1-1 0,-1-2 0,1-1 0,-1-2 0,1-2 0,0-2 0,-2 15 0,0-3 0,0-3 0,1-3 0,1-1 0,-1-1 0,1 0 0,0 1 0,0 1 0,1 2 0,-1 3 0,1 4 0,1-15 0,-1 4 0,1 1 0,-1 4 0,0 1 0,0 1 0,0 2 0,0 1 0,1 1 0,-1 0 0,1 0 0,0-1 0,0 1 0,1-2 0,0-1 0,0-2 0,1-1 0,0-3 0,1-2 0,0-3 0,1-3 0,1-3 0,0-4 0,1-4 0,10 24 0,3-13 0,1-5 0,0 2 0,-3 1 0,0 1 0,1-1 0,3-2-62,1-3 0,2-2 0,1 0 1,2 1 61,1 4 0,1-1 0,2 1 0,2 0-133,-4-7 0,2 0 1,2-1-1,1 1 0,0 0 1,1 0 132,-1-1 0,1-1 0,1 1 0,1 0 0,0 0 0,0 0 0,1 0 0,-1-1 0,-1 1 0,2 0 0,-1 0 0,2 0 0,-1 0 0,2-1 0,-1-1 0,3 0 0,0-2 0,1 1 0,0-1 0,1-1 0,-1 1 0,1 1 0,-2 0 0,1 1 0,-2 1 0,1 0 0,0 1 0,-1 0 0,1-1 0,0-1 0,1-1 0,-1-2 0,0-1 0,1-1 0,0 0 0,0-1 0,0 1 0,-1 1 0,1 0-109,-1 2 1,0 1 0,0 0 0,-1 1 0,1-1 0,0 0-1,0 0 1,0-2 108,1 0 0,-1-2 0,1 0 0,0-1 0,1 0 0,-1 1 0,0 0 0,-1 1 0,1 2 0,1 0 0,-1 1 0,0 1 0,0-1 0,-1 0 0,1 0 0,-1-1 0,-1-1 0,-1-1 0,-1-1 0,1 1 0,0-1 0,0 0 0,0 0 0,0 1 0,2 0 0,0 0 0,1 0 0,0 0 0,0 0 0,-1 0 0,0-1 0,-2 0 0,1 1 0,-1 0 0,-1 0 0,0-1 0,1 0 0,0-1 0,1-1 0,3-1 0,1 0 0,0-1 0,2-1 0,-2-1 0,1 0 0,-2 0 0,3 1 0,-1 0 0,-1-1 0,0-1 0,1 0 0,0-2 0,0-1 0,0-2 0,1 0 0,0-1 0,0-1 0,0-2 0,2-1 0,-1-1 0,1-2 0,0 0 0,0-2 0,-1-1 0,-1-1 0,-2-2 0,1-1 0,-1-1 0,1-1 0,0 0 0,-3-1 0,0 0 0,1-1 0,0 0 0,0-2 0,0 1 0,-1-2 0,-1 1 0,0-2 0,-1 1 0,1-2 0,-1 0 0,1 0 0,-1-1 0,1-2 0,1 0 0,-1-1 0,0 0 0,1 0 0,-1-1 0,1 0 0,1 0 0,1 0 0,-1 0 0,1 0 0,0-1 0,0 0 0,0 0 0,-4 0 0,1 1 0,-1-1 0,1 0 0,0 0 0,0-1 0,0 1 0,1-1 0,-3 2 0,1 0 0,0 0 0,0-1 0,1 1 0,-1-1 0,1 1 0,0-2 0,0 1 0,1-1 0,1-1 0,0 0 0,0 0 0,0 0 0,1-1 0,-1 0 0,0 0 0,1 0 0,-4 0 0,1 1 0,-1-1 0,1 0 0,0-1 0,-1 1 0,1-1 0,0 0 0,-1-1 0,0 1 0,1-1 0,0-1 0,0 0 0,0 0 0,-1 0 0,1-1 0,0 0 0,-1 0 0,1 0 0,0 0 0,-3 1 0,1 0 0,0 0 0,-1-1 0,1 1 0,0-1 0,-1 0 0,0-1 0,0 1 0,0-1 0,-1 0 0,0 0 0,-1 0 0,0-1 0,0 1 0,0-1 0,-1-1 0,0 1 0,1-1 0,-1 1 0,0-2 0,0 1 0,2-1 0,-1-1 0,1 1 0,-1-1 0,1 0 0,-1-1 0,0 1 0,0-1 0,-1 0 0,-1 0 0,0-1 0,-1 1 0,-1-1 0,0 1 0,-1-1 0,0 0 0,0-1 0,-1 1 0,1-1 0,-2 0 0,1 0 0,-1-1 0,1 0 0,-1 0 0,0-1 0,0 0 0,-1 0 0,1-1 0,-2 1 0,1-1 0,-1 0 0,-1 1 0,0-1 0,1-2 0,-1 0 0,0 0 0,-1 0 0,0-1 0,-1 1 0,0-1 0,0 0 0,-1 0 0,0 0 0,0-1 0,-1 0 0,0-1 0,0 1 0,-1-1 0,0 0 0,-1 0 0,0 0 0,0 0 0,-1 0 0,-1 1 0,-1 0 0,1-1 0,-1 1 0,-1 0 0,0 0 0,-1-1 0,0 1 0,0-1 0,-2 1 0,2-4 0,-1-1 0,-1 1 0,-1 0 0,0 0 0,0-1 0,-2 1 0,1-1 0,-2 1 0,0-1 0,0 1 0,-1-1 0,-1 0 0,0 0 0,-1 0 0,-1 0 0,-1 1 0,0 1 0,-1-3 0,0 0 0,-2 1 0,0 0 0,-1 0 0,-1 1 0,-2-1 0,-1 1 0,-1 0 0,-2 0 0,-1 0 0,-1 0 0,-1 0 0,-1 1 0,-1 1 0,0 0 0,-1 4 0,0-1 0,-1 1 0,0 1 0,-2 0 0,-1 1 0,-3 1 0,-1 0 0,-4 0 0,-2 1 0,-2 1 0,-2 0 0,-1 2 0,-1 0 0,0 0 0,0 1 0,0 1 0,0 0 0,0 1 0,-2 1 0,0 1 0,-1 0 0,-1 1 0,-1 0 0,0 3 0,-1 1 0,0 0 0,-2 1 0,-1 1 0,0 0 0,0 1 0,0 0 0,0 1 0,1 0 0,-1 0 0,1 1 0,-1 1 0,-1 0 0,1 1 0,-1 0 0,-1 1 0,0 1 0,-2 0 0,-1 0 0,0 2 0,-1-1 0,0 2 0,-1 0 0,1 0 0,-1 1 0,0 0 0,4 2 0,0 0 0,-1 0 0,0 1 0,0 0 0,0 0 0,0 1 0,0 1 0,0 0 0,-1 0 0,1 1 0,0 1 0,0 1 0,0 0 0,0 1 0,0 0 0,0 0 0,-1 0 0,1 0 0,-1 0 0,-2 0 0,0 0 0,0-1 0,0 1 0,-1 0 0,1 1 0,0-1 0,0 2 0,0 0 0,1 1 0,-3 0 0,1 2 0,0 0 0,0 1 0,0 0 0,1 1 0,0-1 0,0 0 0,0 0 0,2-1 0,0 0 0,0-1 0,1 1 0,-1 0 0,1 0 0,1 0 0,-1 2 0,2 1 0,-4 1 0,1 1 0,0 0 0,1 2 0,0 0 0,1 0 0,1 0 0,0 1 0,0 1 0,1-1 0,0 1 0,1 1 0,1 0 0,0 0 0,1 1 0,-3 1 0,1 1 0,0 1 0,1 0 0,1-1 0,1 1 59,-3 0 0,-1 1 0,2 0 0,2-2 0,4 0 0,0 1 0,4-1 0,1-3 1,-5-4-1,0 0 0</inkml:trace>
  <inkml:trace contextRef="#ctx0" brushRef="#br0" timeOffset="216699">4780 13159 24575,'0'19'0,"0"-3"0,0-16 0,0-16 0,21-3 0,13-5 0,-6-1 0,4-4 0,5-3 0,5-1-298,-11 11 0,3-2 0,4 0 0,2-2 0,2 0 0,1-1 0,1 0 0,0 0 1,-1 0-1,-2 0 0,-2 1-67,3-2 1,-2-1 0,0 0 0,-1 1 0,0-1 0,0 0 0,1 1 0,1-1 0,2 0 201,-6 4 1,3-1-1,1 0 1,1 0 0,0-1-1,1 1 1,-1 0-1,-1 1 1,-1 0 0,-2 0-1,-2 2 1,-2 1 352,10-8 0,-4 0 1,-2 2-1,-2 1 1,-1 2-1,-3 2-190,14-7 0,-5 4 0,-4 2 0,-5 0 0,-3 5 0,10 3 0,-12 16 0,-5 0 0,1 0 0</inkml:trace>
  <inkml:trace contextRef="#ctx0" brushRef="#br0" timeOffset="217166">4198 11836 24060,'43'24'0,"-1"0"0,0 0 0,1 0 0,-1 1 0,1-1 0,-1 0 0,1 0 0,-1 0 0,1 0 0,-1 1 0,1-1 0,-1-2 0,0 1 0,2-1 0,-1 0 0,1 1 0,0-1 0,0 0 0,0-1 0,-1 1 0,0 0 0,0-1 0,0 0 0,-2 0-298,3 1 0,0 1 0,0-1 0,-2-1 0,1 1 0,-1 0 0,1-1 0,-1 0 1,0 0-1,0-1 0,1 0-30,2 1 0,1 0 0,1-1 1,-1 0-1,1 0 0,-2 0 1,0-1-1,-1 0 0,-1 0 1,-3 0 140,6 3 1,-2 0-1,-1 0 1,-2 0-1,-1-1 1,-1-2-1,-2 0 187,4 0 0,-1-1 0,-3-2 0,-1 1 0,-1-1 198,9 9 0,-3-1 0,-7-6 0,9-2 0,-27-16 1</inkml:trace>
  <inkml:trace contextRef="#ctx0" brushRef="#br0" timeOffset="218015">3034 14605 24575,'19'40'0,"-1"-1"0,1 1 0,-1 0 0,4-6 0,1 0 0,1 1 0,3 0 0,1 3 0,-4-5 0,1 2 0,2 1 0,0 1 0,2 0 0,1 0 0,2-1 0,1-1-328,-1-4 0,2 0 0,2-1 1,0 0-1,2 0 0,0 0 1,1-1-1,-1-1 0,0 1 1,0-1-38,1 2 1,0 0 0,1-1 0,-1 0 0,1 0 0,-1-1 0,1 0 0,0-1 0,0 0-1,1-1 1,0 1 0,1 0 0,1-1 0,-1-1 0,-1 0 0,-1-2 0,0-1 0,-3-2 164,4 2 0,-1-3 1,-1-1-1,-2-2 1,-1 1-1,-2-1 511,7 5 1,-3 0 0,-2-2 0,-4-3-312,3-1 0,-5-3 0,9 4 0,-39-16 0</inkml:trace>
  <inkml:trace contextRef="#ctx0" brushRef="#br0" timeOffset="218315">4480 14728 18708,'-28'37'0,"-1"0"0,0 0 0,1 0 0,-1 0 0,1 0 0,-1 0 0,0 0 0,1 0 0,-1 0 0,1 0 0,-1 0 0,0 0 0,1 0 0,-1 0 0,-2 2 0,-1-1 0,1-1 0,0-1 0,1-1 0,-1 0 0,2 1 0,0 0 0,1 1 0,1 1 0,1 1-283,0 3 0,0 3 0,2 1 0,0 1 0,1 1 1,0-1-1,2 0 0,0-2 0,2-2 0,0-3 1,2-2 282,-7 12 0,1-3 0,2-4 0,4-3 0,4-5 0,2 13 0,6-9 0,5-8 0</inkml:trace>
  <inkml:trace contextRef="#ctx0" brushRef="#br0" timeOffset="222166">4233 10301 18726,'-41'-16'0,"-1"1"0,0-1 0,0 0 0,0 1 0,0-1 0,-3 1 0,-2 0 0,0 0 0,-1 2 0,1 0 0,-1 2 0,3 1 0,0 2 0,0 0 0,-1 2 0,-1 0 0,-1 1-410,5 0 0,-1 1 1,-1 0-1,-1 1 1,0 0-1,-1 1 0,0 1 1,-2 1 297,6 1 0,-2-1 0,-1 2 0,-1 0 0,1 1 0,-1 0 0,0 1 0,1 1 0,1 0 0,1 1-188,-1 2 1,0 0 0,2 1 0,0 1 0,0 1 0,0 0 0,-1 0 0,0 1 0,0 1 299,-1-1 0,-1 0 0,-1 1 0,-1 0 0,1 1 0,0 0 0,1 1 0,1 1 0,1 1 0,2 2 0,-2 2 0,3 2 0,1 1 0,1 2 0,0 0 0,0 1 0,-1 2 0,-1 0-89,6-4 0,-1 0 0,-1 2 0,0 0 0,-1 0 0,1 2 0,-1 0 0,1 0 0,0 1 0,1 1 0,1 0 1,1 0 88,-2 4 0,2 0 0,0 1 0,1 0 0,1 1 0,0 0 0,0 1 0,1 1 0,0 1 0,0 0 0,0 1-119,2-3 0,0 1 0,0 1 0,0 1 0,0 0 0,1 1 0,-1 0 0,2 1 0,0-1 0,2 1 1,0 0-1,2-1 0,1 1 119,2 0 0,0 0 0,1 1 0,1 0 0,1 0 0,0 0 0,2 1 0,1-2 0,1 1 0,2-1 0,0-1 0,2 0 0,0 5 0,0-1 0,3 0 0,0-1 0,2-1 0,2 1 0,3 0 0,1 0 0,4 0-65,1 0 1,2 0 0,1 2 0,3-1 0,2 0-1,2 0 1,2-1 0,3-2 0,2-1 0,2-2 64,1-6 0,3 0 0,3-2 0,1-2 0,3 0 0,1-1 0,2 0 0,1-2 0,1 1 0,0-1 0,0 0 0,1 0 0,-4-2 0,1 0 0,1 0 0,1-1 0,1 0 0,0 0 0,1-1 0,0 0 0,1 0 0,1-1 0,0-1 0,0 0 0,1-1 0,0-1 0,1 0 0,-3-3 0,0 1 0,1-1 0,0 0 0,1-1 0,0 0 0,0-1 0,1 0 0,0-1 0,1-1 0,0 0 0,1-1 0,0-1 0,1-1 0,0-1 0,1-1 0,0-1 0,-8-1 0,2-2 0,0 0 0,1-1 0,0 0 0,1-1 0,0-1 0,1 0 0,0-1 0,0 0 0,1-1 0,-1 0 0,1-1 0,0 0 0,-1-1 0,0 0 0,0 0 0,0-1 0,-1 0 0,0 0 0,-1 0 0,-1 0 0,0-1 0,4-1 0,0 0 0,-1 0 0,0-1 0,0 0 0,-1-1 0,0 0 0,-1 0 0,1-1 0,-1-1 0,0 0 0,0 0 0,0-1 0,0 0 0,1 0 0,-1-1 0,1-1 0,-1 0 0,1 0-10,-1 0 1,0-1 0,1 1 0,0-2 0,0 1 0,1-2 0,-1 1 0,1-1 0,0 0 0,-1-1 0,0 0 0,0-1 0,0 1 0,-2-2 0,1 1 0,-2-1-1,0 0 1,-1-1 0,-2 0 0,0 0 0,-2-1 9,5-3 0,-2 0 0,0 0 0,0 0 0,-2-1 0,0 0 0,-1-1 0,-1 0 0,-1-1 0,-1 0 0,0-2 0,-2 0 0,-1-1 0,-2 0 0,0-2 0,-2-1 0,2-4 0,-1-2 0,-2-2 0,-1-1 0,0-1 0,-3 0 0,0-2 0,-2 1 0,-1-1 0,-2 0 0,-2 0 0,-1 0 0,-1 1 0,-3 1 0,1-6 0,-3 1 0,-1-1 0,-2 1 0,-2-1 0,-2 1 0,-2-1 0,-2 1 0,-2 0 0,-2 0 0,-2 0 0,-2 1 0,-2 0 0,-2 0 0,-1-1 0,-3 0 0,-2 0 0,-1 2 0,-2 0 0,-1 1 0,-2 2 0,-2 2 0,0 2 0,-2 3 0,-1 2 0,-2 0 0,-2 2 0,-1 1 0,-1 2 0,-2 0 0,0 1 0,-1 2 0,-1 0 0,0 1 0,-1 1 0,-1 0 0,-1 1 0,0 2 0,-2 0 0,-1 2 0,0 1 0,-1 0 0,0 2 0,-1 0 0,-1 1 0,0 0 0,-1 1 0,4 2 0,-3 1 0,0 1 0,-1 1 0,-1 0 0,0 1 0,0 0 0,-1 1 0,1 1 0,1 0 0,0 0 0,1 0 0,1 0 0,1 1 0,-5-2 0,0 1 0,2 0 0,1 1 0,0 0 0,1 1 0,0 0 0,-1 1 0,-1 0 0,-1 1 0,1 1 0,-4 0 0,0 2 0,-2 0 0,0 0 0,1 1 0,2 0 0,2-1 0,4 1 0,3 0 0,5-1 0,-11 0 0,8 0 0,3 0 0,-1 0 0,-2 0 0,0 0 0,0 0 0,-1 0 0</inkml:trace>
  <inkml:trace contextRef="#ctx0" brushRef="#br0" timeOffset="223748">9666 15946 24575,'-47'0'0,"0"0"0,0 0 0,0 0 0,6 1 0,-1 0 0,0 2 0,1 1 0,1 2 0,-2 5 0,1 2 0,1 3 0,-1 3-547,4-1 1,-1 3 0,-1 1 0,1 3 0,2 1 0,2 1-85,0 8 1,3 2 0,2 2-1,0 1 1,-1 1 630,5-7 0,-2 0 0,0 1 0,0 1 0,1 0 0,2 0 0,2 0 0,0 2 0,2 1 0,2-1 0,1 1 0,1 0 0,1-1 0,-1 7 0,2 1 0,2-1 0,0 1 0,1 0 0,1 2 0,0 1 0,1 0 0,3 0 0,2-1 0,3-4 0,2 1 0,2-2 0,2 1 0,3-1 0,3 2 0,4 0 0,2 0 0,2-2 0,1-1 0,0-4 0,1-1 0,2-1 0,3-3 0,6-3 0,5-4 0,7-3 0,3-3 0,2-2 0,0-2 0,-3-1 0,2 1 0,-1-2 0,0-2 0,0-3 0,3-5-357,-7-4 0,1-3 0,2-2 1,0-3-1,-1-2 0,-1-1 1,-2-3 356,2-4 0,-1-1 0,-1-4 0,-1-2 0,-2-3 0,-1-4 0,-6 1 0,0-4 0,-2-3 0,0-2 0,-1-1 0,-2-1 0,-1 0 0,-1 1 0,-2 2 0,-2-1 0,-1 1 0,-1-2 0,-1 0 0,-1 0 0,-1-1 0,-1 0 0,0-3 0,0-1 0,-1-2 0,-1 1 0,-2-1 0,-3 1 0,-3 2 0,-4 0 0,-4 1 0,-4 1 0,-4 0 0,-1 2 0,-3 0 0,-2 1 0,0 2 0,-3-2 0,-1 0 0,-2 2 0,-2 2 0,-3 2 0,-4 3-86,-2 4 0,-5 2 0,-3 2 0,-1 2 0,-1 2 0,1 0 0,2 2 86,-6-3 0,1 2 0,0 1 0,1 3 0,0 3 0,3 2 0,-1 3 0,1 2 0,3 1 0,5 1 0,-14 1 0,13 6 0,20 11 0</inkml:trace>
  <inkml:trace contextRef="#ctx0" brushRef="#br0" timeOffset="224249">11201 15558 24575,'-35'23'0,"0"1"0,0-1 0,1 1 0,0 3 0,1 1 0,-1 3 0,1 3 0,0 2 0,5 0 0,0 3 0,1 3 0,0 1 0,1 1 0,-1 1 0,2-2-410,2-3 0,0-1 1,0 1-1,1 0 1,1 1-1,0 0 0,0 0 1,2 1-1,1-1 0,1 1 1,0 0-1,0 0 1,2 1-1,1 1 0,1 0 1,1 1 141,2-1 1,1 1-1,0 1 1,2 1-1,1-1 1,0 1-1,2 0 1,-1-2-1,2-1 268,0 6 0,2-1 0,0-1 0,2-1 0,0 1 0,0 0 0,1 1 0,0-2 0,0 1 0,0 0 0,0 1 0,2-1 0,0 0 0,1-1 0,2-1 0,0 1 0,2-1 0,0 1 0,2-2 0,1-1 0,1-2 0,2-2 0,6 6 0,1-3 0,3-2 0,2-2 0,1 0 0,4 0 0,2 1 0,2-3 0,-1-3 0,-1-6 0,3-2 0,0-6 0,-1-5 0,11-3 0,0 0 0</inkml:trace>
  <inkml:trace contextRef="#ctx0" brushRef="#br0" timeOffset="224949">11712 16775 22914,'7'41'0,"-1"1"0,1 0 0,-1 0 0,1 0 0,-1-1 0,1 2 0,-1 1 0,1-1 0,-2 1 0,0-1 0,-3-1 0,-3 6 0,-2-1 0,-1 0 0,-1-2 0,2-1-463,2 3 0,1-2 0,-1-1 0,-1-3 463,-3 5 0,-2-3 0,4-13 1098,3-14-1098,8-39 0,6-30 0,3-2 0,-3 11 0,2-2 0,0-2 0,2-2-469,-4 10 1,1-2 0,0-1 0,0-1 0,1-1 0,1 1 0,-1 2 433,1 1 0,1 0 0,0 1 0,0 0 0,0 1 0,0 0 0,-1 0 35,0-1 0,0-1 0,-1 2 0,0 0 0,1 2 0,0 2 0,4-4 0,1 1 0,0 4 0,-1 4 0,4-10 0,3 13 10,5 20 0,0 14-10,-9 13 0,-4 10 0,1 3 0,0-2 0,-1 3 0,0 4 0,-1 4-309,-4-4 0,-2 4 0,1 3 0,-2 1 0,0 2 0,-1-2 1,-1-2 308,-1 2 0,-2-1 0,-1 0 0,0-1 0,0 1 0,1 1 0,1-3 0,0 1 0,1 1 0,0 0 0,0-2 0,-2-1 0,-2-2 0,-2 9 0,-3-1 0,-1-4 0,3-3-286,3-2 1,1-3 0,-2-3 285,-3 0 0,-2-5 3254,1-5-3254,18-55 0,3-14 0,-11 26 0,10-19 0,-1 0 0</inkml:trace>
  <inkml:trace contextRef="#ctx0" brushRef="#br0" timeOffset="225666">12947 15434 24519,'43'-18'0,"0"1"0,0-1 0,0 0 0,1 1 0,-1-3 0,1-2 0,-4 8 0,-7 15 0,-7 20 0,-5 15 0,-5 6 0,-8-4-1093,-10 1 1,-9-1 0,-4 5 795,3-8 0,-2 4 1,-3 3-1,-1-1 0,-1-3 1,-1-4 296,-6 0 0,-3-4 0,0-1 0,2 0 0,-7 8 0,3 0 0,15-2 583,25 1 0,14-3-583,-4-9 0,5 0 0,5-2 0,7 0 0,6-1 0,2-1 0,-3-2-396,1 1 1,0-2 0,3-4 395,-4-9 0,6-2 0,0-4 0,-2 0 0,-7 0 0,6-1 0,-2-4 0,0-6 0,0 0 0,-1 0 0</inkml:trace>
  <inkml:trace contextRef="#ctx0" brushRef="#br0" timeOffset="226082">13776 14905 24575,'42'14'0,"1"0"0,-1 0 0,0 0 0,1 0 0,-7 6 0,0 1 0,-1 2 0,-1 3 0,-1 3 0,-4 3 0,-4 2 0,-1 2 0,-2 4 0,-2 2 0,-1 2 0,-2 2 0,-2 2 0,-2 1-253,-3-8 1,-3 2 0,0 2 0,-2 2 0,-1 1 0,-1 0 0,0 2 0,-2 0 0,0 0 0,0-1 0,-1 0 0,0 0 0,-1-2-22,1 1 1,-1-1 0,-1 1 0,-1-1 0,0-1 0,-1 1 0,0 0 0,0 0 0,-2 0 0,1 0 0,-1 2 0,-1-1 38,1-2 1,-1 2 0,-1 0 0,0 1 0,-1 0 0,0 1 0,0-1 0,-1 0 0,1 0 0,-2-2 0,1 0 0,0-2 0,-1-2 0,1-1-131,-3 5 1,-1-1 0,-1-2 0,1-2 0,-1 0 0,1-1 0,0-1 0,1 0 0,2 0 444,-1 5 1,2-2 0,0 0 0,2 0 0,-1-1 0,1 1 0,0 0-81,-1 0 0,0 0 0,0 1 0,0-1 0,1 0 0,2-2 0,1 0 0,2 3 0,2-1 0,2-1 0,-1 0 0,-1 0-264,-2 3 1,0 1 0,-1-1 0,0-2 0,2-6 0,2 11-1,0-10 1,0-7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B823E-867B-474A-99ED-898157744CB4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3B41F-D31A-6649-9505-DC8E532714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980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3B41F-D31A-6649-9505-DC8E532714F5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090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A6EA-389C-6E37-4C57-1DEC2405C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A8C07-4C47-9EFC-BE09-47B46632A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6CFEE-4CE4-3ABF-13EF-6BC851C2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A7670-B18C-5179-E807-0FF82481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0B7BE-3D6C-CBF4-EEEF-55AA7657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293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80C8-633F-D721-925E-8ECE143F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BC311-4510-235E-8F48-512B3DD18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EBF2C-F797-101F-F954-D31F0F5C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E3E3D-B303-EADD-CCA8-13A6B646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BEF56-9B22-E27C-5DFC-3724D09F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68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C3A6-6197-E3E9-8331-60A530D8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9FCBB-FE82-7E7C-4268-4860ED4C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7497C-8400-090E-E92F-FC62B2E1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6BF45-7D60-E616-8162-D71C01A7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165A-06AF-25EB-A0BD-6746387E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549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AF49-2EF6-3183-BA92-ED2FBF76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365D1-F3AC-8553-BCE5-05C83B038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0459B-20DB-0287-DC30-6A4D5A47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D3799-F4C7-FB25-0CEF-0EBFFAF6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F45B3-1DD5-60CB-EB46-55A447BB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4CEF1-6FAB-8141-6476-76E82EC7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131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C264-D7E6-89BC-653D-95DAAA0A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B0DB7-4C6E-EF85-A9E6-0E25EFB22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6AD52-A7A0-AC83-FE4E-E9DF78276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2AAC0-83C8-0EA2-56BC-86A1CD387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32AD0-94CC-54E7-4BF5-616FBFF5E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ECE0C-D898-7622-4990-A54C1872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B1257-E9D8-63E4-7ED4-582958FD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75F73-CA18-FF2C-D27A-001834CA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027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7DAE-AC4F-184F-7A1D-A3ACC503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4F210-29C0-37E1-FC93-6E276B29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AB8D0-FCA7-2AC1-0E80-3EBF2240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22AC8-B548-6626-0BB6-DD9C1747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438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6904E-AFC6-09E4-EBEF-30371D2F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E1386-7A48-D1DF-498B-0A8727E1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6B22B-5C87-C052-3128-46903A9E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668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D121-9860-52BC-994D-43255AE9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F9809-7419-4D11-01BB-21DCB249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29AD8-E87A-D172-4D1E-54EF51369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8DBB6-D49C-555F-83F8-CE0FE8F3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88733-5D8E-C03A-4274-EA4643C1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3FADD-D2B6-047D-0084-C0265AC0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423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8506-7BC6-B34B-212A-8B815A95B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84F25-7712-6D02-F92B-E2F2A2D4F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27013-9491-0B84-11DF-61DE7AD8D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60498-41B7-B975-0C79-35394287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5C390-3A24-E29B-2748-297028CE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9BC78-167F-B39A-8545-A97945AD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301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520B-0089-72C8-C629-76642B3A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1226D-0E82-72C9-6831-3CDC282FD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3007-C6DA-3B51-869E-49177FFC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F2E0-CDB8-46E3-CA42-6FA1FC82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57ED6-1123-2A08-33AE-5A63E845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809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976CE-8D5A-2641-5CF6-398F62D34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6F4DF-49F5-424B-5ECC-EC2D2E446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416C8-446E-E3E4-B5EA-2C300AB8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A0550-0990-76E9-2665-646F654B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46275-CFD9-58A4-2015-4404653E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9213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42A48-AAF9-09EC-B7DA-4A521D0B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9E294-0152-C28F-8236-2EB88CAE6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0D9F8-90AF-31B9-B445-82002EA82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06C1E-620E-B546-A364-946262038300}" type="datetimeFigureOut">
              <a:rPr lang="en-NL" smtClean="0"/>
              <a:t>19/02/2024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D56F8-1608-82A7-4F69-EA6403FBD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C6CB-E247-46ED-59B0-07CEAE902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D6541-E412-4E46-A7AA-4B83849CCC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539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40E8FE-2D44-6CC3-72CE-7EBD2FFA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076" y="763480"/>
            <a:ext cx="10270724" cy="5413483"/>
          </a:xfrm>
        </p:spPr>
        <p:txBody>
          <a:bodyPr/>
          <a:lstStyle/>
          <a:p>
            <a:pPr marL="0" indent="0">
              <a:buNone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code flows, </a:t>
            </a:r>
          </a:p>
          <a:p>
            <a:pPr marL="0" indent="0">
              <a:buNone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dance, precise, </a:t>
            </a:r>
          </a:p>
          <a:p>
            <a:pPr marL="0" indent="0">
              <a:buNone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tamed.</a:t>
            </a:r>
            <a:endParaRPr lang="en-NL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504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7301-B0CF-6822-308C-5A0FDAB3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ADT Recap 				</a:t>
            </a:r>
            <a:r>
              <a:rPr lang="en-NL" sz="2400" dirty="0"/>
              <a:t>(ADTs are </a:t>
            </a:r>
            <a:r>
              <a:rPr lang="en-NL" sz="2400" i="1" dirty="0"/>
              <a:t>menus, not dinners)</a:t>
            </a:r>
            <a:endParaRPr lang="en-NL" i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4FD5FD-5BAC-E3F9-7AA8-772CDA105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>
                <a:solidFill>
                  <a:schemeClr val="bg2">
                    <a:lumMod val="50000"/>
                  </a:schemeClr>
                </a:solidFill>
              </a:rPr>
              <a:t>List </a:t>
            </a:r>
            <a:r>
              <a:rPr lang="en-NL" sz="1800" b="0" i="1" dirty="0">
                <a:solidFill>
                  <a:schemeClr val="bg2">
                    <a:lumMod val="50000"/>
                  </a:schemeClr>
                </a:solidFill>
              </a:rPr>
              <a:t>(alias Vector)</a:t>
            </a:r>
            <a:endParaRPr lang="en-NL" b="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16AD8A-E391-D786-4B8E-403646563D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public interface List&lt;E&gt; {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void add(int index, E element);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E get(int index);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E remove(int index);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int size();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EF762F-C181-67AE-9A59-0C6CAE3B8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NL" dirty="0">
                <a:solidFill>
                  <a:schemeClr val="bg2">
                    <a:lumMod val="50000"/>
                  </a:schemeClr>
                </a:solidFill>
              </a:rPr>
              <a:t>Set </a:t>
            </a:r>
            <a:r>
              <a:rPr lang="en-NL" sz="1800" b="0" i="1" dirty="0">
                <a:solidFill>
                  <a:schemeClr val="bg2">
                    <a:lumMod val="50000"/>
                  </a:schemeClr>
                </a:solidFill>
              </a:rPr>
              <a:t>(alias Bag)</a:t>
            </a:r>
            <a:endParaRPr lang="en-NL" b="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F3B350-BAC3-F925-02D1-607A4120B81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public interface Set&lt;E&gt; {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add(E element);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contains(E element);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remove(E element);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int size();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F58EB-70DA-B9D9-F5BD-3E240C5F37FE}"/>
              </a:ext>
            </a:extLst>
          </p:cNvPr>
          <p:cNvSpPr txBox="1"/>
          <p:nvPr/>
        </p:nvSpPr>
        <p:spPr>
          <a:xfrm>
            <a:off x="836612" y="5822792"/>
            <a:ext cx="340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NL" sz="2400" dirty="0">
                <a:latin typeface="Consolas" panose="020B0609020204030204" pitchFamily="49" charset="0"/>
                <a:cs typeface="Consolas" panose="020B0609020204030204" pitchFamily="49" charset="0"/>
              </a:rPr>
              <a:t>ython: […,…,…]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17E2B-1EC2-78A4-4625-B5E5A08C8127}"/>
              </a:ext>
            </a:extLst>
          </p:cNvPr>
          <p:cNvSpPr txBox="1"/>
          <p:nvPr/>
        </p:nvSpPr>
        <p:spPr>
          <a:xfrm>
            <a:off x="6172200" y="5822791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NL" sz="2400" dirty="0">
                <a:latin typeface="Consolas" panose="020B0609020204030204" pitchFamily="49" charset="0"/>
                <a:cs typeface="Consolas" panose="020B0609020204030204" pitchFamily="49" charset="0"/>
              </a:rPr>
              <a:t>ython: {…,…,…}</a:t>
            </a:r>
          </a:p>
        </p:txBody>
      </p:sp>
    </p:spTree>
    <p:extLst>
      <p:ext uri="{BB962C8B-B14F-4D97-AF65-F5344CB8AC3E}">
        <p14:creationId xmlns:p14="http://schemas.microsoft.com/office/powerpoint/2010/main" val="152121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7C072F-E493-FEAD-7E1A-BD804A2A7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231106"/>
              </p:ext>
            </p:extLst>
          </p:nvPr>
        </p:nvGraphicFramePr>
        <p:xfrm>
          <a:off x="809170" y="942460"/>
          <a:ext cx="1023220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026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2A2F37-3CBC-EDEA-7DA2-787EE717A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930425"/>
              </p:ext>
            </p:extLst>
          </p:nvPr>
        </p:nvGraphicFramePr>
        <p:xfrm>
          <a:off x="809170" y="2811568"/>
          <a:ext cx="1023220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026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76B50B-24A0-8C94-A11E-9416616D1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88577"/>
              </p:ext>
            </p:extLst>
          </p:nvPr>
        </p:nvGraphicFramePr>
        <p:xfrm>
          <a:off x="809170" y="4680676"/>
          <a:ext cx="1023220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026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34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1AAEF33-A8CE-9807-6B19-9FB8C76436C9}"/>
              </a:ext>
            </a:extLst>
          </p:cNvPr>
          <p:cNvGrpSpPr/>
          <p:nvPr/>
        </p:nvGrpSpPr>
        <p:grpSpPr>
          <a:xfrm>
            <a:off x="948690" y="1371600"/>
            <a:ext cx="1451610" cy="925830"/>
            <a:chOff x="948690" y="1371600"/>
            <a:chExt cx="1451610" cy="9258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F09F9B-3B5B-1C88-AC62-45F951E7DD28}"/>
                </a:ext>
              </a:extLst>
            </p:cNvPr>
            <p:cNvSpPr/>
            <p:nvPr/>
          </p:nvSpPr>
          <p:spPr>
            <a:xfrm>
              <a:off x="948690" y="1371600"/>
              <a:ext cx="102870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1B656D-E6E3-A09B-04CE-BEE9A3E2C54F}"/>
                </a:ext>
              </a:extLst>
            </p:cNvPr>
            <p:cNvSpPr/>
            <p:nvPr/>
          </p:nvSpPr>
          <p:spPr>
            <a:xfrm>
              <a:off x="1977390" y="1371600"/>
              <a:ext cx="42291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FF40CC-FE1F-FEFB-68BA-7E966F517F7B}"/>
              </a:ext>
            </a:extLst>
          </p:cNvPr>
          <p:cNvCxnSpPr>
            <a:cxnSpLocks/>
          </p:cNvCxnSpPr>
          <p:nvPr/>
        </p:nvCxnSpPr>
        <p:spPr>
          <a:xfrm>
            <a:off x="2183130" y="1828800"/>
            <a:ext cx="882967" cy="5715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678750-440F-2C07-0A2E-113E1D53F2E8}"/>
              </a:ext>
            </a:extLst>
          </p:cNvPr>
          <p:cNvGrpSpPr/>
          <p:nvPr/>
        </p:nvGrpSpPr>
        <p:grpSpPr>
          <a:xfrm>
            <a:off x="3066097" y="1365885"/>
            <a:ext cx="1451610" cy="925830"/>
            <a:chOff x="948690" y="1371600"/>
            <a:chExt cx="1451610" cy="9258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EE896CE-5AA7-3C1E-8135-96E565686026}"/>
                </a:ext>
              </a:extLst>
            </p:cNvPr>
            <p:cNvSpPr/>
            <p:nvPr/>
          </p:nvSpPr>
          <p:spPr>
            <a:xfrm>
              <a:off x="948690" y="1371600"/>
              <a:ext cx="102870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4C28337-3B16-D748-F8C2-12E16FE989E0}"/>
                </a:ext>
              </a:extLst>
            </p:cNvPr>
            <p:cNvSpPr/>
            <p:nvPr/>
          </p:nvSpPr>
          <p:spPr>
            <a:xfrm>
              <a:off x="1977390" y="1371600"/>
              <a:ext cx="42291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17C701-5B63-BF10-244F-5B908DD661A2}"/>
              </a:ext>
            </a:extLst>
          </p:cNvPr>
          <p:cNvCxnSpPr>
            <a:cxnSpLocks/>
          </p:cNvCxnSpPr>
          <p:nvPr/>
        </p:nvCxnSpPr>
        <p:spPr>
          <a:xfrm>
            <a:off x="4300537" y="1823085"/>
            <a:ext cx="882967" cy="5715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11E416-BFF2-44C3-3B75-F1D4C24BA8F0}"/>
              </a:ext>
            </a:extLst>
          </p:cNvPr>
          <p:cNvGrpSpPr/>
          <p:nvPr/>
        </p:nvGrpSpPr>
        <p:grpSpPr>
          <a:xfrm>
            <a:off x="5183504" y="1371600"/>
            <a:ext cx="1451610" cy="925830"/>
            <a:chOff x="948690" y="1371600"/>
            <a:chExt cx="1451610" cy="92583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404B7BC-E9E8-0E60-63C2-810AA94B70D5}"/>
                </a:ext>
              </a:extLst>
            </p:cNvPr>
            <p:cNvSpPr/>
            <p:nvPr/>
          </p:nvSpPr>
          <p:spPr>
            <a:xfrm>
              <a:off x="948690" y="1371600"/>
              <a:ext cx="102870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DEE2A9F-DED9-7C8B-A096-AAA40D4167EA}"/>
                </a:ext>
              </a:extLst>
            </p:cNvPr>
            <p:cNvSpPr/>
            <p:nvPr/>
          </p:nvSpPr>
          <p:spPr>
            <a:xfrm>
              <a:off x="1977390" y="1371600"/>
              <a:ext cx="42291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F001CB-65A7-4F32-940A-EED4CD76D2DB}"/>
              </a:ext>
            </a:extLst>
          </p:cNvPr>
          <p:cNvCxnSpPr>
            <a:cxnSpLocks/>
          </p:cNvCxnSpPr>
          <p:nvPr/>
        </p:nvCxnSpPr>
        <p:spPr>
          <a:xfrm>
            <a:off x="6417944" y="1828800"/>
            <a:ext cx="882967" cy="5715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190EDB4-96F4-BDA0-1C0D-D9BB7CC02E46}"/>
              </a:ext>
            </a:extLst>
          </p:cNvPr>
          <p:cNvGrpSpPr/>
          <p:nvPr/>
        </p:nvGrpSpPr>
        <p:grpSpPr>
          <a:xfrm>
            <a:off x="7305198" y="1371600"/>
            <a:ext cx="1451610" cy="925830"/>
            <a:chOff x="948690" y="1371600"/>
            <a:chExt cx="1451610" cy="9258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6372178-AFD9-B7A9-45C5-58342D2E23C2}"/>
                </a:ext>
              </a:extLst>
            </p:cNvPr>
            <p:cNvSpPr/>
            <p:nvPr/>
          </p:nvSpPr>
          <p:spPr>
            <a:xfrm>
              <a:off x="948690" y="1371600"/>
              <a:ext cx="102870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B7201A3-ABED-FDCA-C526-AE3BB5F5A72C}"/>
                </a:ext>
              </a:extLst>
            </p:cNvPr>
            <p:cNvSpPr/>
            <p:nvPr/>
          </p:nvSpPr>
          <p:spPr>
            <a:xfrm>
              <a:off x="1977390" y="1371600"/>
              <a:ext cx="42291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69BDC9-369F-04AC-CA3D-E6540035E525}"/>
              </a:ext>
            </a:extLst>
          </p:cNvPr>
          <p:cNvCxnSpPr>
            <a:cxnSpLocks/>
          </p:cNvCxnSpPr>
          <p:nvPr/>
        </p:nvCxnSpPr>
        <p:spPr>
          <a:xfrm>
            <a:off x="8551068" y="1828800"/>
            <a:ext cx="882967" cy="5715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D9B1EB9-4D3B-6D2A-C507-6D704DB877AC}"/>
              </a:ext>
            </a:extLst>
          </p:cNvPr>
          <p:cNvGrpSpPr/>
          <p:nvPr/>
        </p:nvGrpSpPr>
        <p:grpSpPr>
          <a:xfrm>
            <a:off x="9434035" y="1371600"/>
            <a:ext cx="1451610" cy="925830"/>
            <a:chOff x="948690" y="1371600"/>
            <a:chExt cx="1451610" cy="92583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B6ED43-1384-0FD1-FBCE-45A681E6EA4E}"/>
                </a:ext>
              </a:extLst>
            </p:cNvPr>
            <p:cNvSpPr/>
            <p:nvPr/>
          </p:nvSpPr>
          <p:spPr>
            <a:xfrm>
              <a:off x="948690" y="1371600"/>
              <a:ext cx="102870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47CB798-8146-07CE-99F7-4360A0027B60}"/>
                </a:ext>
              </a:extLst>
            </p:cNvPr>
            <p:cNvSpPr/>
            <p:nvPr/>
          </p:nvSpPr>
          <p:spPr>
            <a:xfrm>
              <a:off x="1977390" y="1371600"/>
              <a:ext cx="422910" cy="92583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6F1191-6022-8568-C24E-9C7D98AABF9A}"/>
              </a:ext>
            </a:extLst>
          </p:cNvPr>
          <p:cNvCxnSpPr>
            <a:cxnSpLocks/>
          </p:cNvCxnSpPr>
          <p:nvPr/>
        </p:nvCxnSpPr>
        <p:spPr>
          <a:xfrm>
            <a:off x="10668475" y="1828800"/>
            <a:ext cx="0" cy="1062990"/>
          </a:xfrm>
          <a:prstGeom prst="straightConnector1">
            <a:avLst/>
          </a:prstGeom>
          <a:ln w="28575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4B5EB60-E848-DA76-53CF-94646C898D18}"/>
              </a:ext>
            </a:extLst>
          </p:cNvPr>
          <p:cNvCxnSpPr>
            <a:cxnSpLocks/>
          </p:cNvCxnSpPr>
          <p:nvPr/>
        </p:nvCxnSpPr>
        <p:spPr>
          <a:xfrm flipV="1">
            <a:off x="1082515" y="2291715"/>
            <a:ext cx="0" cy="61150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1EFDB24-BFAE-D589-A677-BFCE641621FB}"/>
              </a:ext>
            </a:extLst>
          </p:cNvPr>
          <p:cNvSpPr txBox="1"/>
          <p:nvPr/>
        </p:nvSpPr>
        <p:spPr>
          <a:xfrm>
            <a:off x="720877" y="302144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Head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156CED-4721-42B5-85AC-D9805AB1F009}"/>
              </a:ext>
            </a:extLst>
          </p:cNvPr>
          <p:cNvSpPr txBox="1"/>
          <p:nvPr/>
        </p:nvSpPr>
        <p:spPr>
          <a:xfrm>
            <a:off x="10300425" y="302144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NULL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15A06A3-3E03-DF97-5EFB-368DD512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20" y="4130555"/>
            <a:ext cx="11118167" cy="201307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F98EEA6-96CB-5278-BFA9-224737A0A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75" y="3757464"/>
            <a:ext cx="7772400" cy="27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6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2993767-8EA9-ED8D-27FB-93FEC6D29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870" y="801370"/>
            <a:ext cx="7975600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6A1D11-F3EE-A7E7-48E0-50DAC1D3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70" y="3429000"/>
            <a:ext cx="7772400" cy="325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2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814E-984F-BCAD-A2A6-59B148AB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Find Max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4C640-4D93-98EA-9409-15454C3AB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03971"/>
              </p:ext>
            </p:extLst>
          </p:nvPr>
        </p:nvGraphicFramePr>
        <p:xfrm>
          <a:off x="838200" y="4292056"/>
          <a:ext cx="1023220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026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78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814E-984F-BCAD-A2A6-59B148AB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Find 11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4C640-4D93-98EA-9409-15454C3AB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30317"/>
              </p:ext>
            </p:extLst>
          </p:nvPr>
        </p:nvGraphicFramePr>
        <p:xfrm>
          <a:off x="838200" y="1690688"/>
          <a:ext cx="10671813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5757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978963650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96C956-4D48-F8D8-C378-19C55E34F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24404"/>
              </p:ext>
            </p:extLst>
          </p:nvPr>
        </p:nvGraphicFramePr>
        <p:xfrm>
          <a:off x="6766985" y="3429000"/>
          <a:ext cx="474302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5757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CB4C38-0501-62E0-6858-261F87CED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74672"/>
              </p:ext>
            </p:extLst>
          </p:nvPr>
        </p:nvGraphicFramePr>
        <p:xfrm>
          <a:off x="6766985" y="5167312"/>
          <a:ext cx="2371514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5757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185757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3AF2B3-4312-008C-07A4-60D1228693BF}"/>
              </a:ext>
            </a:extLst>
          </p:cNvPr>
          <p:cNvSpPr txBox="1"/>
          <p:nvPr/>
        </p:nvSpPr>
        <p:spPr>
          <a:xfrm>
            <a:off x="76202" y="3971367"/>
            <a:ext cx="6539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Söhne"/>
              </a:rPr>
              <a:t>With each comparison, the interval size is halved. </a:t>
            </a:r>
            <a:br>
              <a:rPr lang="en-GB" b="0" i="0" dirty="0">
                <a:effectLst/>
                <a:latin typeface="Söhne"/>
              </a:rPr>
            </a:br>
            <a:endParaRPr lang="en-GB" b="0" i="0" dirty="0">
              <a:effectLst/>
              <a:latin typeface="Söhne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0" i="0" dirty="0">
                <a:effectLst/>
                <a:latin typeface="Söhne"/>
              </a:rPr>
              <a:t>After the 2</a:t>
            </a:r>
            <a:r>
              <a:rPr lang="en-GB" b="0" i="0" baseline="30000" dirty="0">
                <a:effectLst/>
                <a:latin typeface="Söhne"/>
              </a:rPr>
              <a:t>nd</a:t>
            </a:r>
            <a:r>
              <a:rPr lang="en-GB" b="0" i="0" dirty="0">
                <a:effectLst/>
                <a:latin typeface="Söhne"/>
              </a:rPr>
              <a:t> comparison, </a:t>
            </a:r>
            <a:r>
              <a:rPr lang="en-GB" b="1" dirty="0"/>
              <a:t>n/4</a:t>
            </a:r>
            <a:r>
              <a:rPr lang="en-GB" b="0" i="0" dirty="0">
                <a:effectLst/>
                <a:latin typeface="Söhne"/>
              </a:rPr>
              <a:t> elements remain, then </a:t>
            </a:r>
            <a:r>
              <a:rPr lang="en-GB" b="1" dirty="0"/>
              <a:t>n/8</a:t>
            </a:r>
            <a:r>
              <a:rPr lang="en-GB" b="0" i="0" dirty="0">
                <a:effectLst/>
                <a:latin typeface="Söhne"/>
              </a:rPr>
              <a:t>, etc.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Söhne"/>
              </a:rPr>
              <a:t>T</a:t>
            </a:r>
            <a:r>
              <a:rPr lang="en-GB" b="0" i="0" dirty="0">
                <a:effectLst/>
                <a:latin typeface="Söhne"/>
              </a:rPr>
              <a:t>he interval size becomes </a:t>
            </a:r>
            <a:r>
              <a:rPr lang="en-GB" b="1" dirty="0"/>
              <a:t>n/2</a:t>
            </a:r>
            <a:r>
              <a:rPr lang="en-GB" b="1" baseline="30000" dirty="0"/>
              <a:t>k</a:t>
            </a:r>
            <a:r>
              <a:rPr lang="en-GB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In the worst case we continue until</a:t>
            </a:r>
            <a:r>
              <a:rPr lang="en-GB" b="1" dirty="0"/>
              <a:t> n/2</a:t>
            </a:r>
            <a:r>
              <a:rPr lang="en-GB" b="1" baseline="30000" dirty="0"/>
              <a:t>k</a:t>
            </a:r>
            <a:r>
              <a:rPr lang="en-GB" b="1" dirty="0"/>
              <a:t> = 1</a:t>
            </a:r>
            <a:endParaRPr lang="en-GB" b="1" baseline="30000" dirty="0"/>
          </a:p>
          <a:p>
            <a:pPr marL="342900" indent="-342900">
              <a:buFont typeface="+mj-lt"/>
              <a:buAutoNum type="arabicPeriod"/>
            </a:pPr>
            <a:r>
              <a:rPr lang="en-GB" b="0" i="0" dirty="0">
                <a:effectLst/>
                <a:latin typeface="Söhne"/>
              </a:rPr>
              <a:t>Solving </a:t>
            </a:r>
            <a:r>
              <a:rPr lang="en-GB" b="1" dirty="0"/>
              <a:t>n/2</a:t>
            </a:r>
            <a:r>
              <a:rPr lang="en-GB" b="1" baseline="30000" dirty="0"/>
              <a:t>k</a:t>
            </a:r>
            <a:r>
              <a:rPr lang="en-GB" dirty="0"/>
              <a:t> </a:t>
            </a:r>
            <a:r>
              <a:rPr lang="en-GB" b="1" dirty="0"/>
              <a:t>= 1</a:t>
            </a:r>
            <a:r>
              <a:rPr lang="en-GB" b="0" i="0" dirty="0">
                <a:effectLst/>
                <a:latin typeface="Söhne"/>
              </a:rPr>
              <a:t> for </a:t>
            </a:r>
            <a:r>
              <a:rPr lang="en-GB" dirty="0"/>
              <a:t>k</a:t>
            </a:r>
            <a:r>
              <a:rPr lang="en-GB" b="0" i="0" dirty="0">
                <a:effectLst/>
                <a:latin typeface="Söhne"/>
              </a:rPr>
              <a:t> gives us </a:t>
            </a:r>
            <a:r>
              <a:rPr lang="en-GB" b="1" dirty="0"/>
              <a:t>k = log</a:t>
            </a:r>
            <a:r>
              <a:rPr lang="en-GB" b="1" baseline="-25000" dirty="0"/>
              <a:t>2</a:t>
            </a:r>
            <a:r>
              <a:rPr lang="en-GB" b="1" dirty="0"/>
              <a:t>(n)</a:t>
            </a:r>
            <a:endParaRPr lang="en-GB" dirty="0">
              <a:latin typeface="Söhne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latin typeface="Söhne"/>
            </a:endParaRPr>
          </a:p>
          <a:p>
            <a:r>
              <a:rPr lang="en-GB" dirty="0">
                <a:latin typeface="Söhne"/>
              </a:rPr>
              <a:t>Hence binary search is </a:t>
            </a:r>
            <a:r>
              <a:rPr lang="en-GB" b="1" i="1" dirty="0">
                <a:latin typeface="Söhne"/>
              </a:rPr>
              <a:t>O(log n)</a:t>
            </a:r>
            <a:endParaRPr lang="en-NL" b="1" i="1" dirty="0"/>
          </a:p>
        </p:txBody>
      </p:sp>
    </p:spTree>
    <p:extLst>
      <p:ext uri="{BB962C8B-B14F-4D97-AF65-F5344CB8AC3E}">
        <p14:creationId xmlns:p14="http://schemas.microsoft.com/office/powerpoint/2010/main" val="366081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26C673-B194-ACD1-B2EE-343670AA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</a:t>
            </a:r>
          </a:p>
        </p:txBody>
      </p:sp>
      <p:pic>
        <p:nvPicPr>
          <p:cNvPr id="9218" name="Picture 2" descr="Big O Notaion">
            <a:extLst>
              <a:ext uri="{FF2B5EF4-FFF2-40B4-BE49-F238E27FC236}">
                <a16:creationId xmlns:a16="http://schemas.microsoft.com/office/drawing/2014/main" id="{755355A6-B7A0-0A49-4BB9-77A49CF060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958" y="1825625"/>
            <a:ext cx="43320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5454B8-ECEA-C2EF-A8DD-A9A4669A09B9}"/>
                  </a:ext>
                </a:extLst>
              </p:cNvPr>
              <p:cNvSpPr txBox="1"/>
              <p:nvPr/>
            </p:nvSpPr>
            <p:spPr>
              <a:xfrm>
                <a:off x="213360" y="2353994"/>
                <a:ext cx="3716598" cy="2619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= { </a:t>
                </a:r>
                <a:endParaRPr lang="nl-NL" b="0" i="1" dirty="0">
                  <a:solidFill>
                    <a:srgbClr val="383838"/>
                  </a:solidFill>
                  <a:effectLst/>
                  <a:latin typeface="Cambria Math" panose="02040503050406030204" pitchFamily="18" charset="0"/>
                </a:endParaRPr>
              </a:p>
              <a:p>
                <a:r>
                  <a:rPr lang="en-GB" b="0" dirty="0">
                    <a:solidFill>
                      <a:srgbClr val="383838"/>
                    </a:solidFill>
                    <a:effectLst/>
                  </a:rPr>
                  <a:t>  </a:t>
                </a:r>
              </a:p>
              <a:p>
                <a:r>
                  <a:rPr lang="en-GB" dirty="0">
                    <a:solidFill>
                      <a:srgbClr val="383838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nl-NL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baseline="-25000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b="0" i="0" baseline="-2500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, </a:t>
                </a:r>
                <a:r>
                  <a:rPr lang="en-GB" b="0" i="0" dirty="0" err="1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s.t.</a:t>
                </a:r>
                <a:endParaRPr lang="en-GB" b="0" i="0" dirty="0">
                  <a:solidFill>
                    <a:srgbClr val="383838"/>
                  </a:solidFill>
                  <a:effectLst/>
                  <a:latin typeface="Georgia" panose="02040502050405020303" pitchFamily="18" charset="0"/>
                </a:endParaRPr>
              </a:p>
              <a:p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 </a:t>
                </a:r>
                <a:endParaRPr lang="nl-NL" b="0" i="1" dirty="0">
                  <a:solidFill>
                    <a:srgbClr val="383838"/>
                  </a:solidFill>
                  <a:effectLst/>
                  <a:latin typeface="Cambria Math" panose="02040503050406030204" pitchFamily="18" charset="0"/>
                </a:endParaRPr>
              </a:p>
              <a:p>
                <a:r>
                  <a:rPr lang="en-GB" b="0" dirty="0">
                    <a:solidFill>
                      <a:srgbClr val="383838"/>
                    </a:solidFill>
                    <a:effectLst/>
                  </a:rPr>
                  <a:t>    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0 ≤ 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) ≤ 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 </a:t>
                </a:r>
              </a:p>
              <a:p>
                <a:endParaRPr lang="en-GB" b="0" i="0" dirty="0">
                  <a:solidFill>
                    <a:srgbClr val="383838"/>
                  </a:solidFill>
                  <a:effectLst/>
                  <a:latin typeface="Georgia" panose="02040502050405020303" pitchFamily="18" charset="0"/>
                </a:endParaRPr>
              </a:p>
              <a:p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GB" b="0" i="1" dirty="0" smtClean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baseline="-25000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dirty="0">
                        <a:solidFill>
                          <a:srgbClr val="383838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b="0" i="0" dirty="0">
                  <a:solidFill>
                    <a:srgbClr val="383838"/>
                  </a:solidFill>
                  <a:effectLst/>
                  <a:latin typeface="Georgia" panose="02040502050405020303" pitchFamily="18" charset="0"/>
                </a:endParaRPr>
              </a:p>
              <a:p>
                <a:endParaRPr lang="en-GB" dirty="0">
                  <a:solidFill>
                    <a:srgbClr val="383838"/>
                  </a:solidFill>
                  <a:latin typeface="Georgia" panose="02040502050405020303" pitchFamily="18" charset="0"/>
                </a:endParaRPr>
              </a:p>
              <a:p>
                <a:r>
                  <a:rPr lang="en-GB" b="0" i="0" dirty="0">
                    <a:solidFill>
                      <a:srgbClr val="383838"/>
                    </a:solidFill>
                    <a:effectLst/>
                    <a:latin typeface="Georgia" panose="02040502050405020303" pitchFamily="18" charset="0"/>
                  </a:rPr>
                  <a:t>}</a:t>
                </a:r>
                <a:endParaRPr lang="en-NL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5454B8-ECEA-C2EF-A8DD-A9A4669A0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2353994"/>
                <a:ext cx="3716598" cy="2619115"/>
              </a:xfrm>
              <a:prstGeom prst="rect">
                <a:avLst/>
              </a:prstGeom>
              <a:blipFill>
                <a:blip r:embed="rId3"/>
                <a:stretch>
                  <a:fillRect l="-1361" t="-966" b="-193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3026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49035C4-CABE-B9E5-44E3-90B6E594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Θ / O / Ω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8D31C2B5-061D-342A-60D7-2A55F45918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01" b="28043"/>
          <a:stretch/>
        </p:blipFill>
        <p:spPr bwMode="auto">
          <a:xfrm>
            <a:off x="1524000" y="2054905"/>
            <a:ext cx="9144000" cy="368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95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CDCAA90-9674-F9F0-2CC5-F2A57A391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0"/>
            <a:ext cx="10656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19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0966-182B-8CDB-4D6F-242CECEF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Common Complexity Classes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5A3D95-4097-7B67-F49B-08AAB070B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954538"/>
              </p:ext>
            </p:extLst>
          </p:nvPr>
        </p:nvGraphicFramePr>
        <p:xfrm>
          <a:off x="838200" y="1825625"/>
          <a:ext cx="10515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540">
                  <a:extLst>
                    <a:ext uri="{9D8B030D-6E8A-4147-A177-3AD203B41FA5}">
                      <a16:colId xmlns:a16="http://schemas.microsoft.com/office/drawing/2014/main" val="1353231227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1353655649"/>
                    </a:ext>
                  </a:extLst>
                </a:gridCol>
                <a:gridCol w="7136130">
                  <a:extLst>
                    <a:ext uri="{9D8B030D-6E8A-4147-A177-3AD203B41FA5}">
                      <a16:colId xmlns:a16="http://schemas.microsoft.com/office/drawing/2014/main" val="3304857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sz="20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75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Basic commands, Getting a value from an Array, </a:t>
                      </a: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adding an element to the front of a linked list.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73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Logarithmic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Typically seen in algorithms that break the problem in half every iteration. Such as </a:t>
                      </a:r>
                      <a:r>
                        <a:rPr lang="en-NL" sz="2000" dirty="0"/>
                        <a:t>Binary Search, </a:t>
                      </a: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finding an element in a balanced binary search tree.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88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Searching for an element in an unsorted array, </a:t>
                      </a:r>
                      <a:r>
                        <a:rPr lang="en-NL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NL" sz="2000" dirty="0"/>
                        <a:t>etting a value from a linked-list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90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Log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Efficient Sorting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90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O(n</a:t>
                      </a:r>
                      <a:r>
                        <a:rPr lang="en-NL" sz="2000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NL" sz="20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Quadratic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Bubble sort, Nested iterations such as checking for duplicates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04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sz="20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O(2</a:t>
                      </a:r>
                      <a:r>
                        <a:rPr lang="en-NL" sz="2000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en-NL" sz="20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Exponential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2000" dirty="0"/>
                        <a:t>Recursive Branching problems, e.g. </a:t>
                      </a: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naive</a:t>
                      </a:r>
                      <a:r>
                        <a:rPr lang="en-NL" sz="2000" dirty="0"/>
                        <a:t> Fibonacci, </a:t>
                      </a: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naïve Travelling Salesman</a:t>
                      </a:r>
                      <a:endParaRPr lang="en-NL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57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511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94678F2-D786-08F3-56D0-DF23735E9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753590"/>
              </p:ext>
            </p:extLst>
          </p:nvPr>
        </p:nvGraphicFramePr>
        <p:xfrm>
          <a:off x="195930" y="400051"/>
          <a:ext cx="11679840" cy="5768105"/>
        </p:xfrm>
        <a:graphic>
          <a:graphicData uri="http://schemas.openxmlformats.org/drawingml/2006/table">
            <a:tbl>
              <a:tblPr firstRow="1" firstCol="1">
                <a:tableStyleId>{69012ECD-51FC-41F1-AA8D-1B2483CD663E}</a:tableStyleId>
              </a:tblPr>
              <a:tblGrid>
                <a:gridCol w="2581560">
                  <a:extLst>
                    <a:ext uri="{9D8B030D-6E8A-4147-A177-3AD203B41FA5}">
                      <a16:colId xmlns:a16="http://schemas.microsoft.com/office/drawing/2014/main" val="805001129"/>
                    </a:ext>
                  </a:extLst>
                </a:gridCol>
                <a:gridCol w="1863503">
                  <a:extLst>
                    <a:ext uri="{9D8B030D-6E8A-4147-A177-3AD203B41FA5}">
                      <a16:colId xmlns:a16="http://schemas.microsoft.com/office/drawing/2014/main" val="3185082353"/>
                    </a:ext>
                  </a:extLst>
                </a:gridCol>
                <a:gridCol w="1264628">
                  <a:extLst>
                    <a:ext uri="{9D8B030D-6E8A-4147-A177-3AD203B41FA5}">
                      <a16:colId xmlns:a16="http://schemas.microsoft.com/office/drawing/2014/main" val="2914316396"/>
                    </a:ext>
                  </a:extLst>
                </a:gridCol>
                <a:gridCol w="1170803">
                  <a:extLst>
                    <a:ext uri="{9D8B030D-6E8A-4147-A177-3AD203B41FA5}">
                      <a16:colId xmlns:a16="http://schemas.microsoft.com/office/drawing/2014/main" val="1243173081"/>
                    </a:ext>
                  </a:extLst>
                </a:gridCol>
                <a:gridCol w="1122127">
                  <a:extLst>
                    <a:ext uri="{9D8B030D-6E8A-4147-A177-3AD203B41FA5}">
                      <a16:colId xmlns:a16="http://schemas.microsoft.com/office/drawing/2014/main" val="1521578307"/>
                    </a:ext>
                  </a:extLst>
                </a:gridCol>
                <a:gridCol w="3677219">
                  <a:extLst>
                    <a:ext uri="{9D8B030D-6E8A-4147-A177-3AD203B41FA5}">
                      <a16:colId xmlns:a16="http://schemas.microsoft.com/office/drawing/2014/main" val="167164881"/>
                    </a:ext>
                  </a:extLst>
                </a:gridCol>
              </a:tblGrid>
              <a:tr h="447015">
                <a:tc>
                  <a:txBody>
                    <a:bodyPr/>
                    <a:lstStyle/>
                    <a:p>
                      <a:pPr fontAlgn="b"/>
                      <a:endParaRPr lang="en-GB" sz="1800" b="1" dirty="0">
                        <a:effectLst/>
                      </a:endParaRPr>
                    </a:p>
                  </a:txBody>
                  <a:tcPr marL="25748" marR="25748" marT="12874" marB="12874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dirty="0">
                          <a:effectLst/>
                        </a:rPr>
                        <a:t>Access</a:t>
                      </a:r>
                    </a:p>
                  </a:txBody>
                  <a:tcPr marL="25748" marR="25748" marT="12874" marB="12874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800" b="1">
                          <a:effectLst/>
                        </a:rPr>
                        <a:t>Search</a:t>
                      </a:r>
                    </a:p>
                  </a:txBody>
                  <a:tcPr marL="25748" marR="25748" marT="12874" marB="12874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800" b="1">
                          <a:effectLst/>
                        </a:rPr>
                        <a:t>Insertion</a:t>
                      </a:r>
                    </a:p>
                  </a:txBody>
                  <a:tcPr marL="25748" marR="25748" marT="12874" marB="12874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800" b="1">
                          <a:effectLst/>
                        </a:rPr>
                        <a:t>Deletion</a:t>
                      </a:r>
                    </a:p>
                  </a:txBody>
                  <a:tcPr marL="25748" marR="25748" marT="12874" marB="12874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800" b="1">
                          <a:effectLst/>
                        </a:rPr>
                        <a:t>Remarks</a:t>
                      </a:r>
                    </a:p>
                  </a:txBody>
                  <a:tcPr marL="25748" marR="25748" marT="12874" marB="12874" anchor="b"/>
                </a:tc>
                <a:extLst>
                  <a:ext uri="{0D108BD9-81ED-4DB2-BD59-A6C34878D82A}">
                    <a16:rowId xmlns:a16="http://schemas.microsoft.com/office/drawing/2014/main" val="1384771590"/>
                  </a:ext>
                </a:extLst>
              </a:tr>
              <a:tr h="693848">
                <a:tc>
                  <a:txBody>
                    <a:bodyPr/>
                    <a:lstStyle/>
                    <a:p>
                      <a:pPr algn="r" fontAlgn="base"/>
                      <a:r>
                        <a:rPr lang="en-GB" sz="1800" b="1" dirty="0">
                          <a:effectLst/>
                        </a:rPr>
                        <a:t>Linked List</a:t>
                      </a:r>
                      <a:endParaRPr lang="en-GB" sz="1800" dirty="0">
                        <a:effectLst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800" dirty="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O(1)*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O(1)*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400" dirty="0">
                          <a:effectLst/>
                        </a:rPr>
                        <a:t>* Assuming you have a reference to the insert/delete position (otherwise same as search)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557220862"/>
                  </a:ext>
                </a:extLst>
              </a:tr>
              <a:tr h="653331">
                <a:tc>
                  <a:txBody>
                    <a:bodyPr/>
                    <a:lstStyle/>
                    <a:p>
                      <a:pPr algn="r" fontAlgn="base"/>
                      <a:r>
                        <a:rPr lang="en-GB" sz="1800" b="1" dirty="0">
                          <a:effectLst/>
                        </a:rPr>
                        <a:t>Array List</a:t>
                      </a:r>
                      <a:endParaRPr lang="en-GB" sz="1800" dirty="0">
                        <a:effectLst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GB" sz="1800" dirty="0">
                          <a:effectLst/>
                        </a:rPr>
                        <a:t>O(1)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O(n)*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400" i="1" dirty="0">
                          <a:effectLst/>
                        </a:rPr>
                        <a:t>* Amortized</a:t>
                      </a:r>
                      <a:r>
                        <a:rPr lang="en-GB" sz="1400" dirty="0">
                          <a:effectLst/>
                        </a:rPr>
                        <a:t> O(1) for insertion at the end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763584979"/>
                  </a:ext>
                </a:extLst>
              </a:tr>
              <a:tr h="756488">
                <a:tc>
                  <a:txBody>
                    <a:bodyPr/>
                    <a:lstStyle/>
                    <a:p>
                      <a:pPr algn="r" fontAlgn="base"/>
                      <a:r>
                        <a:rPr lang="en-GB" sz="1800" b="1" dirty="0">
                          <a:effectLst/>
                        </a:rPr>
                        <a:t>Naive Unordered Set</a:t>
                      </a:r>
                      <a:endParaRPr lang="en-GB" sz="1800" dirty="0">
                        <a:effectLst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L" sz="1800" dirty="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O(n)*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effectLst/>
                        </a:rPr>
                        <a:t>Implemented as a simple array; checks for uniqueness on insert</a:t>
                      </a:r>
                      <a:br>
                        <a:rPr lang="en-GB" sz="1400" dirty="0">
                          <a:effectLst/>
                        </a:rPr>
                      </a:br>
                      <a:endParaRPr lang="en-GB" sz="1400" dirty="0"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i="1" dirty="0">
                          <a:effectLst/>
                        </a:rPr>
                        <a:t>* Amortized</a:t>
                      </a:r>
                      <a:r>
                        <a:rPr lang="en-GB" sz="1400" dirty="0">
                          <a:effectLst/>
                        </a:rPr>
                        <a:t> O(1) for insertion at the end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980046958"/>
                  </a:ext>
                </a:extLst>
              </a:tr>
              <a:tr h="1065960">
                <a:tc>
                  <a:txBody>
                    <a:bodyPr/>
                    <a:lstStyle/>
                    <a:p>
                      <a:pPr algn="r" fontAlgn="base"/>
                      <a:r>
                        <a:rPr lang="en-GB" sz="1800" b="1" dirty="0">
                          <a:effectLst/>
                        </a:rPr>
                        <a:t>Naive Ordered Set</a:t>
                      </a:r>
                      <a:endParaRPr lang="en-GB" sz="1800" dirty="0">
                        <a:effectLst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L" sz="1800" dirty="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O(log 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</a:rPr>
                        <a:t>O(n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400" dirty="0">
                          <a:effectLst/>
                        </a:rPr>
                        <a:t>Implemented as a sorted array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581585280"/>
                  </a:ext>
                </a:extLst>
              </a:tr>
              <a:tr h="962803">
                <a:tc>
                  <a:txBody>
                    <a:bodyPr/>
                    <a:lstStyle/>
                    <a:p>
                      <a:pPr algn="r" fontAlgn="base"/>
                      <a:r>
                        <a:rPr lang="en-GB" sz="1800" b="1" dirty="0">
                          <a:effectLst/>
                        </a:rPr>
                        <a:t>Linear Search</a:t>
                      </a:r>
                      <a:endParaRPr lang="en-GB" sz="1800" dirty="0">
                        <a:effectLst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L" sz="1800" dirty="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</a:rPr>
                        <a:t>O(n)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NL" sz="180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NL" sz="180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400" dirty="0">
                          <a:effectLst/>
                        </a:rPr>
                        <a:t>Applicable to unsorted data; straightforward check of each element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351901438"/>
                  </a:ext>
                </a:extLst>
              </a:tr>
              <a:tr h="1065960">
                <a:tc>
                  <a:txBody>
                    <a:bodyPr/>
                    <a:lstStyle/>
                    <a:p>
                      <a:pPr algn="r" fontAlgn="base"/>
                      <a:r>
                        <a:rPr lang="en-GB" sz="1800" b="1" dirty="0">
                          <a:effectLst/>
                        </a:rPr>
                        <a:t>Binary Search</a:t>
                      </a:r>
                      <a:endParaRPr lang="en-GB" sz="1800" dirty="0">
                        <a:effectLst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NL" sz="1800" dirty="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</a:rPr>
                        <a:t>O(log n)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NL" sz="180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NL" sz="1800">
                          <a:effectLst/>
                        </a:rPr>
                        <a:t>-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400" dirty="0">
                          <a:effectLst/>
                        </a:rPr>
                        <a:t>Requires sorted data; not applicable for insertion/deletion without additional context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973000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1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996B-CF46-D690-23A8-A18EEC1D7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marL="0" indent="0">
              <a:buNone/>
            </a:pPr>
            <a:r>
              <a:rPr lang="en-GB" b="0" dirty="0">
                <a:solidFill>
                  <a:srgbClr val="C678DD"/>
                </a:solidFill>
                <a:effectLst/>
                <a:latin typeface="Cascadia Code PL" pitchFamily="49" charset="0"/>
              </a:rPr>
              <a:t>int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E06C75"/>
                </a:solidFill>
                <a:effectLst/>
                <a:latin typeface="Cascadia Code PL" pitchFamily="49" charset="0"/>
              </a:rPr>
              <a:t>sum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56B6C2"/>
                </a:solidFill>
                <a:effectLst/>
                <a:latin typeface="Cascadia Code PL" pitchFamily="49" charset="0"/>
              </a:rPr>
              <a:t>=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D19A66"/>
                </a:solidFill>
                <a:effectLst/>
                <a:latin typeface="Cascadia Code PL" pitchFamily="49" charset="0"/>
              </a:rPr>
              <a:t>0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;</a:t>
            </a:r>
          </a:p>
          <a:p>
            <a:pPr marL="0" indent="0">
              <a:buNone/>
            </a:pPr>
            <a:r>
              <a:rPr lang="en-GB" b="0" dirty="0">
                <a:solidFill>
                  <a:srgbClr val="C678DD"/>
                </a:solidFill>
                <a:effectLst/>
                <a:latin typeface="Cascadia Code PL" pitchFamily="49" charset="0"/>
              </a:rPr>
              <a:t>for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(</a:t>
            </a:r>
            <a:r>
              <a:rPr lang="en-GB" b="0" dirty="0">
                <a:solidFill>
                  <a:srgbClr val="C678DD"/>
                </a:solidFill>
                <a:effectLst/>
                <a:latin typeface="Cascadia Code PL" pitchFamily="49" charset="0"/>
              </a:rPr>
              <a:t>int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 err="1">
                <a:solidFill>
                  <a:srgbClr val="E06C75"/>
                </a:solidFill>
                <a:effectLst/>
                <a:latin typeface="Cascadia Code PL" pitchFamily="49" charset="0"/>
              </a:rPr>
              <a:t>i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56B6C2"/>
                </a:solidFill>
                <a:effectLst/>
                <a:latin typeface="Cascadia Code PL" pitchFamily="49" charset="0"/>
              </a:rPr>
              <a:t>=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D19A66"/>
                </a:solidFill>
                <a:effectLst/>
                <a:latin typeface="Cascadia Code PL" pitchFamily="49" charset="0"/>
              </a:rPr>
              <a:t>0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; </a:t>
            </a:r>
            <a:r>
              <a:rPr lang="en-GB" b="0" dirty="0" err="1">
                <a:solidFill>
                  <a:srgbClr val="E06C75"/>
                </a:solidFill>
                <a:effectLst/>
                <a:latin typeface="Cascadia Code PL" pitchFamily="49" charset="0"/>
              </a:rPr>
              <a:t>i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56B6C2"/>
                </a:solidFill>
                <a:effectLst/>
                <a:latin typeface="Cascadia Code PL" pitchFamily="49" charset="0"/>
              </a:rPr>
              <a:t>&lt;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i="1" dirty="0">
                <a:solidFill>
                  <a:srgbClr val="E06C75"/>
                </a:solidFill>
                <a:effectLst/>
                <a:latin typeface="Cascadia Code PL SemiBold" pitchFamily="49" charset="0"/>
              </a:rPr>
              <a:t>n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; </a:t>
            </a:r>
            <a:r>
              <a:rPr lang="en-GB" b="0" dirty="0" err="1">
                <a:solidFill>
                  <a:srgbClr val="E06C75"/>
                </a:solidFill>
                <a:effectLst/>
                <a:latin typeface="Cascadia Code PL" pitchFamily="49" charset="0"/>
              </a:rPr>
              <a:t>i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++) {</a:t>
            </a:r>
          </a:p>
          <a:p>
            <a:pPr marL="0" indent="0">
              <a:buNone/>
            </a:pPr>
            <a:r>
              <a:rPr lang="en-GB" b="0" dirty="0">
                <a:solidFill>
                  <a:srgbClr val="C678DD"/>
                </a:solidFill>
                <a:effectLst/>
                <a:latin typeface="Cascadia Code PL" pitchFamily="49" charset="0"/>
              </a:rPr>
              <a:t>	for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(</a:t>
            </a:r>
            <a:r>
              <a:rPr lang="en-GB" b="0" dirty="0">
                <a:solidFill>
                  <a:srgbClr val="C678DD"/>
                </a:solidFill>
                <a:effectLst/>
                <a:latin typeface="Cascadia Code PL" pitchFamily="49" charset="0"/>
              </a:rPr>
              <a:t>int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E06C75"/>
                </a:solidFill>
                <a:effectLst/>
                <a:latin typeface="Cascadia Code PL" pitchFamily="49" charset="0"/>
              </a:rPr>
              <a:t>j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56B6C2"/>
                </a:solidFill>
                <a:effectLst/>
                <a:latin typeface="Cascadia Code PL" pitchFamily="49" charset="0"/>
              </a:rPr>
              <a:t>=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D19A66"/>
                </a:solidFill>
                <a:effectLst/>
                <a:latin typeface="Cascadia Code PL" pitchFamily="49" charset="0"/>
              </a:rPr>
              <a:t>0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; </a:t>
            </a:r>
            <a:r>
              <a:rPr lang="en-GB" b="0" dirty="0">
                <a:solidFill>
                  <a:srgbClr val="E06C75"/>
                </a:solidFill>
                <a:effectLst/>
                <a:latin typeface="Cascadia Code PL" pitchFamily="49" charset="0"/>
              </a:rPr>
              <a:t>j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>
                <a:solidFill>
                  <a:srgbClr val="56B6C2"/>
                </a:solidFill>
                <a:effectLst/>
                <a:latin typeface="Cascadia Code PL" pitchFamily="49" charset="0"/>
              </a:rPr>
              <a:t>&lt;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 </a:t>
            </a:r>
            <a:r>
              <a:rPr lang="en-GB" b="0" dirty="0" err="1">
                <a:solidFill>
                  <a:srgbClr val="E06C75"/>
                </a:solidFill>
                <a:effectLst/>
                <a:latin typeface="Cascadia Code PL" pitchFamily="49" charset="0"/>
              </a:rPr>
              <a:t>i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; </a:t>
            </a:r>
            <a:r>
              <a:rPr lang="en-GB" b="0" dirty="0" err="1">
                <a:solidFill>
                  <a:srgbClr val="E06C75"/>
                </a:solidFill>
                <a:effectLst/>
                <a:latin typeface="Cascadia Code PL" pitchFamily="49" charset="0"/>
              </a:rPr>
              <a:t>j</a:t>
            </a:r>
            <a:r>
              <a:rPr lang="en-GB" b="0" dirty="0" err="1">
                <a:solidFill>
                  <a:srgbClr val="ABB2BF"/>
                </a:solidFill>
                <a:effectLst/>
                <a:latin typeface="Cascadia Code PL" pitchFamily="49" charset="0"/>
              </a:rPr>
              <a:t>++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) {</a:t>
            </a:r>
          </a:p>
          <a:p>
            <a:pPr marL="0" indent="0">
              <a:buNone/>
            </a:pPr>
            <a:r>
              <a:rPr lang="en-GB" b="0" dirty="0">
                <a:solidFill>
                  <a:srgbClr val="E06C75"/>
                </a:solidFill>
                <a:effectLst/>
                <a:latin typeface="Cascadia Code PL" pitchFamily="49" charset="0"/>
              </a:rPr>
              <a:t>		sum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++;</a:t>
            </a:r>
          </a:p>
          <a:p>
            <a:pPr marL="0" indent="0">
              <a:buNone/>
            </a:pPr>
            <a:r>
              <a:rPr lang="en-GB" dirty="0">
                <a:solidFill>
                  <a:srgbClr val="ABB2BF"/>
                </a:solidFill>
                <a:latin typeface="Cascadia Code PL" pitchFamily="49" charset="0"/>
              </a:rPr>
              <a:t>	</a:t>
            </a: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}</a:t>
            </a:r>
          </a:p>
          <a:p>
            <a:pPr marL="0" indent="0">
              <a:buNone/>
            </a:pPr>
            <a:r>
              <a:rPr lang="en-GB" b="0" dirty="0">
                <a:solidFill>
                  <a:srgbClr val="ABB2BF"/>
                </a:solidFill>
                <a:effectLst/>
                <a:latin typeface="Cascadia Code PL" pitchFamily="49" charset="0"/>
              </a:rPr>
              <a:t>}</a:t>
            </a:r>
          </a:p>
          <a:p>
            <a:pPr marL="0" indent="0">
              <a:buNone/>
            </a:pPr>
            <a:endParaRPr lang="en-GB" dirty="0">
              <a:solidFill>
                <a:srgbClr val="ABB2BF"/>
              </a:solidFill>
              <a:latin typeface="Cascadia Code PL" pitchFamily="49" charset="0"/>
            </a:endParaRPr>
          </a:p>
          <a:p>
            <a:pPr marL="0" indent="0">
              <a:buNone/>
            </a:pPr>
            <a:endParaRPr lang="en-GB" b="0" dirty="0">
              <a:solidFill>
                <a:srgbClr val="ABB2BF"/>
              </a:solidFill>
              <a:effectLst/>
              <a:latin typeface="Cascadia Code PL" pitchFamily="49" charset="0"/>
            </a:endParaRP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B4782E-A3FB-9C1B-4578-533E81F8F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583953"/>
            <a:ext cx="8252460" cy="42740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9560639-EC53-EE1C-ABEB-1D353308CBD0}"/>
                  </a:ext>
                </a:extLst>
              </p14:cNvPr>
              <p14:cNvContentPartPr/>
              <p14:nvPr/>
            </p14:nvContentPartPr>
            <p14:xfrm>
              <a:off x="20880" y="463680"/>
              <a:ext cx="9256680" cy="6379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9560639-EC53-EE1C-ABEB-1D353308CB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20" y="454320"/>
                <a:ext cx="9275400" cy="63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101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40E8FE-2D44-6CC3-72CE-7EBD2FFA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076" y="763480"/>
            <a:ext cx="10270724" cy="5413483"/>
          </a:xfrm>
        </p:spPr>
        <p:txBody>
          <a:bodyPr/>
          <a:lstStyle/>
          <a:p>
            <a:pPr marL="0" indent="0">
              <a:buNone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in a map's world,</a:t>
            </a:r>
          </a:p>
          <a:p>
            <a:pPr marL="0" indent="0">
              <a:buNone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Collisions echo silence,</a:t>
            </a:r>
          </a:p>
          <a:p>
            <a:pPr marL="0" indent="0">
              <a:buNone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Dictionary's realm.</a:t>
            </a:r>
            <a:endParaRPr lang="en-NL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6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to Iterate Over a Hashmap in Java? - Scaler Topics">
            <a:extLst>
              <a:ext uri="{FF2B5EF4-FFF2-40B4-BE49-F238E27FC236}">
                <a16:creationId xmlns:a16="http://schemas.microsoft.com/office/drawing/2014/main" id="{F744BC67-5352-88E6-4654-7188C9E2B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3" y="0"/>
            <a:ext cx="7431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246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076C-4112-1E8A-10C9-DFC94821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Dictionary ADT </a:t>
            </a:r>
            <a:r>
              <a:rPr lang="en-NL" sz="2800" i="1" dirty="0"/>
              <a:t>(alias Map/Table)</a:t>
            </a:r>
            <a:endParaRPr lang="en-N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8F92A-DAF6-16F4-93A3-C1E45B3FE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public interface Dictionary&lt;K, V&gt; {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Associates the specified value with the specified key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void put(K key, V value); 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// Returns the value to which the specified key is mapped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V get(K key); 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Removes the mapping for a key if it is present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V remove(K key); 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Checks if the dictionary contains a mapping for the specified key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containsKey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(K key); 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Returns the number of key-value mappings in the dictionary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int size(); 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Checks if the dictionary is empty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E0903-A2E0-0753-4B01-CCC9ED52F937}"/>
              </a:ext>
            </a:extLst>
          </p:cNvPr>
          <p:cNvSpPr txBox="1"/>
          <p:nvPr/>
        </p:nvSpPr>
        <p:spPr>
          <a:xfrm>
            <a:off x="838200" y="6176963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NL" sz="2400" dirty="0">
                <a:latin typeface="Consolas" panose="020B0609020204030204" pitchFamily="49" charset="0"/>
                <a:cs typeface="Consolas" panose="020B0609020204030204" pitchFamily="49" charset="0"/>
              </a:rPr>
              <a:t>ython: {key:value, …}</a:t>
            </a:r>
          </a:p>
        </p:txBody>
      </p:sp>
    </p:spTree>
    <p:extLst>
      <p:ext uri="{BB962C8B-B14F-4D97-AF65-F5344CB8AC3E}">
        <p14:creationId xmlns:p14="http://schemas.microsoft.com/office/powerpoint/2010/main" val="1908988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CE1B-5BF3-DD00-1810-7D5874D6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HashMap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BF9F-2E3D-B1B5-E97A-8330BAD51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P</a:t>
            </a:r>
            <a:r>
              <a:rPr lang="en-GB" b="0" i="0" dirty="0">
                <a:effectLst/>
              </a:rPr>
              <a:t>rovide efficient data retrieval, insertion, and deletion operations by mapping </a:t>
            </a:r>
            <a:r>
              <a:rPr lang="en-GB" b="1" i="0" dirty="0">
                <a:effectLst/>
              </a:rPr>
              <a:t>keys</a:t>
            </a:r>
            <a:r>
              <a:rPr lang="en-GB" b="0" i="0" dirty="0">
                <a:effectLst/>
              </a:rPr>
              <a:t> to </a:t>
            </a:r>
            <a:r>
              <a:rPr lang="en-GB" b="1" i="0" dirty="0">
                <a:effectLst/>
              </a:rPr>
              <a:t>values</a:t>
            </a:r>
            <a:r>
              <a:rPr lang="en-GB" b="0" i="0" dirty="0">
                <a:effectLst/>
              </a:rPr>
              <a:t> using a </a:t>
            </a:r>
            <a:r>
              <a:rPr lang="en-GB" b="1" i="0" dirty="0">
                <a:effectLst/>
              </a:rPr>
              <a:t>hash</a:t>
            </a:r>
            <a:r>
              <a:rPr lang="en-GB" b="0" i="0" dirty="0">
                <a:effectLst/>
              </a:rPr>
              <a:t> </a:t>
            </a:r>
            <a:r>
              <a:rPr lang="en-GB" b="1" i="0" dirty="0">
                <a:effectLst/>
              </a:rPr>
              <a:t>function</a:t>
            </a:r>
            <a:r>
              <a:rPr lang="en-GB" b="0" i="0" dirty="0">
                <a:effectLst/>
              </a:rPr>
              <a:t>, achieving expected-case time complexity of </a:t>
            </a:r>
            <a:r>
              <a:rPr lang="en-GB" b="1" i="1" dirty="0">
                <a:effectLst/>
              </a:rPr>
              <a:t>O(1)</a:t>
            </a:r>
            <a:r>
              <a:rPr lang="en-GB" b="0" i="0" dirty="0">
                <a:effectLst/>
              </a:rPr>
              <a:t> for these operations. </a:t>
            </a:r>
            <a:endParaRPr lang="en-GB" dirty="0"/>
          </a:p>
          <a:p>
            <a:r>
              <a:rPr lang="en-GB" b="0" i="0" dirty="0">
                <a:effectLst/>
              </a:rPr>
              <a:t>It optimizes data access by minimizing the need for sequential search through keys, making it ideal for scenarios where quick lookup of information is critical.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Which data structure gives us </a:t>
            </a:r>
            <a:r>
              <a:rPr lang="en-GB" b="1" i="1" dirty="0"/>
              <a:t>O(1) </a:t>
            </a:r>
            <a:r>
              <a:rPr lang="en-GB" dirty="0"/>
              <a:t>access and what are its limits?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6208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ACF3-B392-3392-95BA-B739506C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7210"/>
            <a:ext cx="10515600" cy="5639753"/>
          </a:xfrm>
        </p:spPr>
        <p:txBody>
          <a:bodyPr/>
          <a:lstStyle/>
          <a:p>
            <a:pPr marL="0" indent="0">
              <a:buNone/>
            </a:pPr>
            <a:r>
              <a:rPr lang="en-NL" dirty="0"/>
              <a:t>What is a Key?</a:t>
            </a:r>
          </a:p>
          <a:p>
            <a:pPr marL="0" indent="0">
              <a:buNone/>
            </a:pPr>
            <a:r>
              <a:rPr lang="en-NL" dirty="0"/>
              <a:t>How large can my keys get? How can they fit my array?</a:t>
            </a:r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r>
              <a:rPr lang="en-NL" i="1" dirty="0"/>
              <a:t>key-space</a:t>
            </a:r>
            <a:r>
              <a:rPr lang="en-NL" dirty="0"/>
              <a:t> </a:t>
            </a:r>
            <a:r>
              <a:rPr lang="en-NL" b="1" dirty="0"/>
              <a:t>&gt;</a:t>
            </a:r>
            <a:r>
              <a:rPr lang="en-NL" dirty="0"/>
              <a:t> </a:t>
            </a:r>
            <a:r>
              <a:rPr lang="en-NL" i="1" dirty="0"/>
              <a:t>capacity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206210-82D2-BE2F-895C-44DFF451A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69469"/>
              </p:ext>
            </p:extLst>
          </p:nvPr>
        </p:nvGraphicFramePr>
        <p:xfrm>
          <a:off x="979896" y="4748650"/>
          <a:ext cx="1023220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026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540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E530-12F2-ADEE-1B77-9E874C4F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Hashing &amp; Collision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3E54-6F1A-8EF6-3942-64F1705D3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</a:t>
            </a:r>
            <a:r>
              <a:rPr lang="en-NL" dirty="0"/>
              <a:t>od (%) operator – remainder of division</a:t>
            </a:r>
            <a:br>
              <a:rPr lang="en-NL" dirty="0"/>
            </a:br>
            <a:r>
              <a:rPr lang="en-NL" b="1" i="1" dirty="0"/>
              <a:t>Result: </a:t>
            </a:r>
            <a:r>
              <a:rPr lang="en-GB" dirty="0"/>
              <a:t>c</a:t>
            </a:r>
            <a:r>
              <a:rPr lang="en-GB" b="0" i="0" dirty="0">
                <a:effectLst/>
              </a:rPr>
              <a:t>onstraining numbers within a specific range</a:t>
            </a:r>
            <a:endParaRPr lang="en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A5A2EE-53DB-E6FC-DB75-E266032F9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99110"/>
              </p:ext>
            </p:extLst>
          </p:nvPr>
        </p:nvGraphicFramePr>
        <p:xfrm>
          <a:off x="979896" y="4748650"/>
          <a:ext cx="10232208" cy="1234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026">
                  <a:extLst>
                    <a:ext uri="{9D8B030D-6E8A-4147-A177-3AD203B41FA5}">
                      <a16:colId xmlns:a16="http://schemas.microsoft.com/office/drawing/2014/main" val="127731184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770841963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135923557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87346885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93048477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338253416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2858392468"/>
                    </a:ext>
                  </a:extLst>
                </a:gridCol>
                <a:gridCol w="1279026">
                  <a:extLst>
                    <a:ext uri="{9D8B030D-6E8A-4147-A177-3AD203B41FA5}">
                      <a16:colId xmlns:a16="http://schemas.microsoft.com/office/drawing/2014/main" val="3048369168"/>
                    </a:ext>
                  </a:extLst>
                </a:gridCol>
              </a:tblGrid>
              <a:tr h="1234864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120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408F13-BC34-5396-5FF3-42085EBE3585}"/>
              </a:ext>
            </a:extLst>
          </p:cNvPr>
          <p:cNvSpPr txBox="1"/>
          <p:nvPr/>
        </p:nvSpPr>
        <p:spPr>
          <a:xfrm>
            <a:off x="979896" y="4185869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</a:t>
            </a:r>
            <a:r>
              <a:rPr lang="en-NL" dirty="0"/>
              <a:t> =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8F8A0-99E7-E363-811B-BF118F262012}"/>
              </a:ext>
            </a:extLst>
          </p:cNvPr>
          <p:cNvSpPr txBox="1"/>
          <p:nvPr/>
        </p:nvSpPr>
        <p:spPr>
          <a:xfrm>
            <a:off x="979896" y="3719813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</a:t>
            </a:r>
            <a:r>
              <a:rPr lang="en-NL" dirty="0"/>
              <a:t>(x) = x % N</a:t>
            </a:r>
          </a:p>
        </p:txBody>
      </p:sp>
    </p:spTree>
    <p:extLst>
      <p:ext uri="{BB962C8B-B14F-4D97-AF65-F5344CB8AC3E}">
        <p14:creationId xmlns:p14="http://schemas.microsoft.com/office/powerpoint/2010/main" val="3987346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3A35AA-CDC3-959E-8FA3-2414440B5701}"/>
              </a:ext>
            </a:extLst>
          </p:cNvPr>
          <p:cNvSpPr txBox="1"/>
          <p:nvPr/>
        </p:nvSpPr>
        <p:spPr>
          <a:xfrm>
            <a:off x="685800" y="502920"/>
            <a:ext cx="2008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Sep</a:t>
            </a:r>
            <a:r>
              <a:rPr lang="en-GB" dirty="0"/>
              <a:t>a</a:t>
            </a:r>
            <a:r>
              <a:rPr lang="en-NL" dirty="0"/>
              <a:t>rate Chaining</a:t>
            </a:r>
          </a:p>
        </p:txBody>
      </p:sp>
      <p:pic>
        <p:nvPicPr>
          <p:cNvPr id="6150" name="Picture 6" descr="Hash table: chaining illustration">
            <a:extLst>
              <a:ext uri="{FF2B5EF4-FFF2-40B4-BE49-F238E27FC236}">
                <a16:creationId xmlns:a16="http://schemas.microsoft.com/office/drawing/2014/main" id="{70990974-DE58-83DF-7066-07480A32C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235710"/>
            <a:ext cx="8483600" cy="466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B9A04D-3DE0-9851-9E30-5D9493A0D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735" y="0"/>
            <a:ext cx="6224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5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9D44-B005-8A48-F305-70982320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Open Addressing (Linear Probing)</a:t>
            </a:r>
          </a:p>
        </p:txBody>
      </p:sp>
      <p:pic>
        <p:nvPicPr>
          <p:cNvPr id="7170" name="Picture 2" descr="Hash table: linear probing (open addressing) illustration">
            <a:extLst>
              <a:ext uri="{FF2B5EF4-FFF2-40B4-BE49-F238E27FC236}">
                <a16:creationId xmlns:a16="http://schemas.microsoft.com/office/drawing/2014/main" id="{E1D468F8-7DAA-EC8A-359E-355553B91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690688"/>
            <a:ext cx="8483600" cy="466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072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73B0C2-5DA4-C2B1-1475-68232F0AC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83193"/>
              </p:ext>
            </p:extLst>
          </p:nvPr>
        </p:nvGraphicFramePr>
        <p:xfrm>
          <a:off x="838200" y="1648502"/>
          <a:ext cx="10515600" cy="4357833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291752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0234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48041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75943882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 fontAlgn="b"/>
                      <a:r>
                        <a:rPr lang="en-GB" sz="1600" b="1">
                          <a:effectLst/>
                        </a:rPr>
                        <a:t>Operation</a:t>
                      </a: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</a:rPr>
                        <a:t>Expected Case</a:t>
                      </a: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>
                          <a:effectLst/>
                        </a:rPr>
                        <a:t>Worst Case</a:t>
                      </a: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>
                          <a:effectLst/>
                        </a:rPr>
                        <a:t>Remarks</a:t>
                      </a:r>
                    </a:p>
                  </a:txBody>
                  <a:tcPr marL="79115" marR="79115" marT="39558" marB="39558" anchor="b"/>
                </a:tc>
                <a:extLst>
                  <a:ext uri="{0D108BD9-81ED-4DB2-BD59-A6C34878D82A}">
                    <a16:rowId xmlns:a16="http://schemas.microsoft.com/office/drawing/2014/main" val="2613046234"/>
                  </a:ext>
                </a:extLst>
              </a:tr>
              <a:tr h="1028498">
                <a:tc>
                  <a:txBody>
                    <a:bodyPr/>
                    <a:lstStyle/>
                    <a:p>
                      <a:pPr fontAlgn="base"/>
                      <a:r>
                        <a:rPr lang="en-GB" sz="1600" b="1">
                          <a:effectLst/>
                        </a:rPr>
                        <a:t>Insert</a:t>
                      </a:r>
                      <a:endParaRPr lang="en-GB" sz="1600">
                        <a:effectLst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O(n)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Worst case occurs when all keys hash to the same bucket.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731468320"/>
                  </a:ext>
                </a:extLst>
              </a:tr>
              <a:tr h="1028498">
                <a:tc>
                  <a:txBody>
                    <a:bodyPr/>
                    <a:lstStyle/>
                    <a:p>
                      <a:pPr fontAlgn="base"/>
                      <a:r>
                        <a:rPr lang="en-GB" sz="1600" b="1">
                          <a:effectLst/>
                        </a:rPr>
                        <a:t>Delete</a:t>
                      </a:r>
                      <a:endParaRPr lang="en-GB" sz="1600">
                        <a:effectLst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O(n)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Similar to insert, depends on the number of items in a bucket.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912746274"/>
                  </a:ext>
                </a:extLst>
              </a:tr>
              <a:tr h="1977881">
                <a:tc>
                  <a:txBody>
                    <a:bodyPr/>
                    <a:lstStyle/>
                    <a:p>
                      <a:pPr fontAlgn="base"/>
                      <a:r>
                        <a:rPr lang="en-GB" sz="1600" b="1">
                          <a:effectLst/>
                        </a:rPr>
                        <a:t>Search</a:t>
                      </a:r>
                      <a:endParaRPr lang="en-GB" sz="1600">
                        <a:effectLst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O(1)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>
                          <a:effectLst/>
                        </a:rPr>
                        <a:t>O(n)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600" dirty="0">
                          <a:effectLst/>
                        </a:rPr>
                        <a:t>Worst case occurs when searching for a non-existent key that hashes to a heavily populated bucket.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79235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79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979</Words>
  <Application>Microsoft Macintosh PowerPoint</Application>
  <PresentationFormat>Widescreen</PresentationFormat>
  <Paragraphs>189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Cascadia Code PL</vt:lpstr>
      <vt:lpstr>Cascadia Code PL SemiBold</vt:lpstr>
      <vt:lpstr>Consolas</vt:lpstr>
      <vt:lpstr>Georgia</vt:lpstr>
      <vt:lpstr>Söhne</vt:lpstr>
      <vt:lpstr>Times New Roman</vt:lpstr>
      <vt:lpstr>Office Theme</vt:lpstr>
      <vt:lpstr>PowerPoint Presentation</vt:lpstr>
      <vt:lpstr>ADT Recap     (ADTs are menus, not dinners)</vt:lpstr>
      <vt:lpstr>PowerPoint Presentation</vt:lpstr>
      <vt:lpstr>PowerPoint Presentation</vt:lpstr>
      <vt:lpstr>PowerPoint Presentation</vt:lpstr>
      <vt:lpstr>Find Max</vt:lpstr>
      <vt:lpstr>Find 11</vt:lpstr>
      <vt:lpstr>O</vt:lpstr>
      <vt:lpstr>Θ / O / Ω</vt:lpstr>
      <vt:lpstr>PowerPoint Presentation</vt:lpstr>
      <vt:lpstr>Common Complexity Classes</vt:lpstr>
      <vt:lpstr>PowerPoint Presentation</vt:lpstr>
      <vt:lpstr>PowerPoint Presentation</vt:lpstr>
      <vt:lpstr>PowerPoint Presentation</vt:lpstr>
      <vt:lpstr>PowerPoint Presentation</vt:lpstr>
      <vt:lpstr>Dictionary ADT (alias Map/Table)</vt:lpstr>
      <vt:lpstr>HashMap</vt:lpstr>
      <vt:lpstr>PowerPoint Presentation</vt:lpstr>
      <vt:lpstr>Hashing &amp; Collision</vt:lpstr>
      <vt:lpstr>PowerPoint Presentation</vt:lpstr>
      <vt:lpstr>Open Addressing (Linear Probing)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Pepels, Tom (DACS)</dc:creator>
  <cp:lastModifiedBy>Pepels, Tom (DACS)</cp:lastModifiedBy>
  <cp:revision>40</cp:revision>
  <dcterms:created xsi:type="dcterms:W3CDTF">2024-02-19T11:04:53Z</dcterms:created>
  <dcterms:modified xsi:type="dcterms:W3CDTF">2024-02-20T16:05:36Z</dcterms:modified>
</cp:coreProperties>
</file>